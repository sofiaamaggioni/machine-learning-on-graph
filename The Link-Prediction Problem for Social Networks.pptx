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325" r:id="rId5"/>
    <p:sldId id="259" r:id="rId6"/>
    <p:sldId id="326" r:id="rId7"/>
    <p:sldId id="258" r:id="rId8"/>
    <p:sldId id="344" r:id="rId9"/>
    <p:sldId id="341" r:id="rId10"/>
    <p:sldId id="345" r:id="rId11"/>
    <p:sldId id="342" r:id="rId12"/>
    <p:sldId id="346" r:id="rId13"/>
    <p:sldId id="348" r:id="rId14"/>
    <p:sldId id="349" r:id="rId15"/>
    <p:sldId id="350" r:id="rId16"/>
    <p:sldId id="351" r:id="rId17"/>
    <p:sldId id="352" r:id="rId18"/>
    <p:sldId id="363" r:id="rId19"/>
    <p:sldId id="353" r:id="rId20"/>
    <p:sldId id="354" r:id="rId21"/>
    <p:sldId id="356" r:id="rId22"/>
    <p:sldId id="357" r:id="rId23"/>
    <p:sldId id="355" r:id="rId24"/>
    <p:sldId id="358" r:id="rId25"/>
    <p:sldId id="359" r:id="rId26"/>
    <p:sldId id="360" r:id="rId27"/>
    <p:sldId id="343" r:id="rId28"/>
    <p:sldId id="265" r:id="rId29"/>
    <p:sldId id="257" r:id="rId30"/>
    <p:sldId id="361" r:id="rId31"/>
    <p:sldId id="362" r:id="rId32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6FB"/>
    <a:srgbClr val="A9A9A9"/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48491C-364F-4701-8885-9DF8176CF597}" v="1141" dt="2026-07-02T07:51:44.279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Maggioni" userId="cbc1a0e6c0f97474" providerId="LiveId" clId="{7920B945-17B7-4036-A571-6042E7CB8740}"/>
    <pc:docChg chg="undo redo custSel addSld delSld modSld sldOrd">
      <pc:chgData name="Sofia Maggioni" userId="cbc1a0e6c0f97474" providerId="LiveId" clId="{7920B945-17B7-4036-A571-6042E7CB8740}" dt="2026-07-02T07:52:01.210" v="10768" actId="13926"/>
      <pc:docMkLst>
        <pc:docMk/>
      </pc:docMkLst>
      <pc:sldChg chg="modSp mod">
        <pc:chgData name="Sofia Maggioni" userId="cbc1a0e6c0f97474" providerId="LiveId" clId="{7920B945-17B7-4036-A571-6042E7CB8740}" dt="2026-07-01T13:13:49.534" v="9537" actId="20577"/>
        <pc:sldMkLst>
          <pc:docMk/>
          <pc:sldMk cId="435195399" sldId="257"/>
        </pc:sldMkLst>
        <pc:spChg chg="mod">
          <ac:chgData name="Sofia Maggioni" userId="cbc1a0e6c0f97474" providerId="LiveId" clId="{7920B945-17B7-4036-A571-6042E7CB8740}" dt="2026-07-01T08:46:01.131" v="7436" actId="207"/>
          <ac:spMkLst>
            <pc:docMk/>
            <pc:sldMk cId="435195399" sldId="257"/>
            <ac:spMk id="2" creationId="{BF463CB3-2956-E8D2-C23D-A3BAA7295DEC}"/>
          </ac:spMkLst>
        </pc:spChg>
        <pc:spChg chg="mod">
          <ac:chgData name="Sofia Maggioni" userId="cbc1a0e6c0f97474" providerId="LiveId" clId="{7920B945-17B7-4036-A571-6042E7CB8740}" dt="2026-07-01T13:13:49.534" v="9537" actId="20577"/>
          <ac:spMkLst>
            <pc:docMk/>
            <pc:sldMk cId="435195399" sldId="257"/>
            <ac:spMk id="3" creationId="{FEECEBD4-35BF-26BB-D438-DA43EBD5EE89}"/>
          </ac:spMkLst>
        </pc:spChg>
      </pc:sldChg>
      <pc:sldChg chg="modSp mod ord">
        <pc:chgData name="Sofia Maggioni" userId="cbc1a0e6c0f97474" providerId="LiveId" clId="{7920B945-17B7-4036-A571-6042E7CB8740}" dt="2026-07-01T08:45:46.153" v="7434" actId="207"/>
        <pc:sldMkLst>
          <pc:docMk/>
          <pc:sldMk cId="3058085568" sldId="258"/>
        </pc:sldMkLst>
        <pc:spChg chg="mod">
          <ac:chgData name="Sofia Maggioni" userId="cbc1a0e6c0f97474" providerId="LiveId" clId="{7920B945-17B7-4036-A571-6042E7CB8740}" dt="2026-07-01T08:45:46.153" v="7434" actId="207"/>
          <ac:spMkLst>
            <pc:docMk/>
            <pc:sldMk cId="3058085568" sldId="258"/>
            <ac:spMk id="3" creationId="{A0034E89-1952-5288-08A0-70A4A73BE39E}"/>
          </ac:spMkLst>
        </pc:spChg>
      </pc:sldChg>
      <pc:sldChg chg="addSp delSp modSp mod ord">
        <pc:chgData name="Sofia Maggioni" userId="cbc1a0e6c0f97474" providerId="LiveId" clId="{7920B945-17B7-4036-A571-6042E7CB8740}" dt="2026-06-29T19:52:13.861" v="157"/>
        <pc:sldMkLst>
          <pc:docMk/>
          <pc:sldMk cId="1008037533" sldId="259"/>
        </pc:sldMkLst>
        <pc:spChg chg="mod">
          <ac:chgData name="Sofia Maggioni" userId="cbc1a0e6c0f97474" providerId="LiveId" clId="{7920B945-17B7-4036-A571-6042E7CB8740}" dt="2026-06-29T19:51:26.127" v="99" actId="1076"/>
          <ac:spMkLst>
            <pc:docMk/>
            <pc:sldMk cId="1008037533" sldId="259"/>
            <ac:spMk id="3" creationId="{72446868-83F0-CEEF-5E60-6D55C93B523F}"/>
          </ac:spMkLst>
        </pc:spChg>
        <pc:spChg chg="add mod">
          <ac:chgData name="Sofia Maggioni" userId="cbc1a0e6c0f97474" providerId="LiveId" clId="{7920B945-17B7-4036-A571-6042E7CB8740}" dt="2026-06-29T19:52:04.382" v="155" actId="1076"/>
          <ac:spMkLst>
            <pc:docMk/>
            <pc:sldMk cId="1008037533" sldId="259"/>
            <ac:spMk id="6" creationId="{AACAF12E-3866-EBF1-1238-C15637A61B29}"/>
          </ac:spMkLst>
        </pc:spChg>
      </pc:sldChg>
      <pc:sldChg chg="del">
        <pc:chgData name="Sofia Maggioni" userId="cbc1a0e6c0f97474" providerId="LiveId" clId="{7920B945-17B7-4036-A571-6042E7CB8740}" dt="2026-07-01T10:36:03.954" v="9280" actId="47"/>
        <pc:sldMkLst>
          <pc:docMk/>
          <pc:sldMk cId="3666674671" sldId="261"/>
        </pc:sldMkLst>
      </pc:sldChg>
      <pc:sldChg chg="del">
        <pc:chgData name="Sofia Maggioni" userId="cbc1a0e6c0f97474" providerId="LiveId" clId="{7920B945-17B7-4036-A571-6042E7CB8740}" dt="2026-07-01T10:36:06.968" v="9281" actId="47"/>
        <pc:sldMkLst>
          <pc:docMk/>
          <pc:sldMk cId="2737241225" sldId="263"/>
        </pc:sldMkLst>
      </pc:sldChg>
      <pc:sldChg chg="del">
        <pc:chgData name="Sofia Maggioni" userId="cbc1a0e6c0f97474" providerId="LiveId" clId="{7920B945-17B7-4036-A571-6042E7CB8740}" dt="2026-07-01T10:36:08.014" v="9282" actId="47"/>
        <pc:sldMkLst>
          <pc:docMk/>
          <pc:sldMk cId="837402205" sldId="264"/>
        </pc:sldMkLst>
      </pc:sldChg>
      <pc:sldChg chg="addSp delSp modSp mod ord">
        <pc:chgData name="Sofia Maggioni" userId="cbc1a0e6c0f97474" providerId="LiveId" clId="{7920B945-17B7-4036-A571-6042E7CB8740}" dt="2026-07-01T10:35:40.048" v="9279"/>
        <pc:sldMkLst>
          <pc:docMk/>
          <pc:sldMk cId="729609147" sldId="265"/>
        </pc:sldMkLst>
        <pc:spChg chg="del">
          <ac:chgData name="Sofia Maggioni" userId="cbc1a0e6c0f97474" providerId="LiveId" clId="{7920B945-17B7-4036-A571-6042E7CB8740}" dt="2026-07-01T10:32:24.802" v="9041" actId="478"/>
          <ac:spMkLst>
            <pc:docMk/>
            <pc:sldMk cId="729609147" sldId="265"/>
            <ac:spMk id="2" creationId="{314C27C8-165C-5513-DB4B-9D840097C545}"/>
          </ac:spMkLst>
        </pc:spChg>
        <pc:spChg chg="del">
          <ac:chgData name="Sofia Maggioni" userId="cbc1a0e6c0f97474" providerId="LiveId" clId="{7920B945-17B7-4036-A571-6042E7CB8740}" dt="2026-07-01T10:32:32.028" v="9043" actId="478"/>
          <ac:spMkLst>
            <pc:docMk/>
            <pc:sldMk cId="729609147" sldId="265"/>
            <ac:spMk id="3" creationId="{FACE640F-7F5A-BDB7-205D-765FA80B6796}"/>
          </ac:spMkLst>
        </pc:spChg>
        <pc:spChg chg="add del mod">
          <ac:chgData name="Sofia Maggioni" userId="cbc1a0e6c0f97474" providerId="LiveId" clId="{7920B945-17B7-4036-A571-6042E7CB8740}" dt="2026-07-01T10:32:28.803" v="9042" actId="478"/>
          <ac:spMkLst>
            <pc:docMk/>
            <pc:sldMk cId="729609147" sldId="265"/>
            <ac:spMk id="6" creationId="{B3A9EB4E-B973-98C6-2D61-1EB3D73F41DC}"/>
          </ac:spMkLst>
        </pc:spChg>
        <pc:spChg chg="add del mod">
          <ac:chgData name="Sofia Maggioni" userId="cbc1a0e6c0f97474" providerId="LiveId" clId="{7920B945-17B7-4036-A571-6042E7CB8740}" dt="2026-07-01T10:32:34.736" v="9045" actId="478"/>
          <ac:spMkLst>
            <pc:docMk/>
            <pc:sldMk cId="729609147" sldId="265"/>
            <ac:spMk id="8" creationId="{9106140E-CBA5-6969-BAA1-F0DB54BC1AE4}"/>
          </ac:spMkLst>
        </pc:spChg>
        <pc:graphicFrameChg chg="mod modGraphic">
          <ac:chgData name="Sofia Maggioni" userId="cbc1a0e6c0f97474" providerId="LiveId" clId="{7920B945-17B7-4036-A571-6042E7CB8740}" dt="2026-07-01T10:35:40.048" v="9279"/>
          <ac:graphicFrameMkLst>
            <pc:docMk/>
            <pc:sldMk cId="729609147" sldId="265"/>
            <ac:graphicFrameMk id="5" creationId="{2DA25F38-CDC8-7982-99AE-8D5A8ECABC85}"/>
          </ac:graphicFrameMkLst>
        </pc:graphicFrameChg>
      </pc:sldChg>
      <pc:sldChg chg="del">
        <pc:chgData name="Sofia Maggioni" userId="cbc1a0e6c0f97474" providerId="LiveId" clId="{7920B945-17B7-4036-A571-6042E7CB8740}" dt="2026-07-01T10:36:10.519" v="9285" actId="47"/>
        <pc:sldMkLst>
          <pc:docMk/>
          <pc:sldMk cId="643777997" sldId="266"/>
        </pc:sldMkLst>
      </pc:sldChg>
      <pc:sldChg chg="del">
        <pc:chgData name="Sofia Maggioni" userId="cbc1a0e6c0f97474" providerId="LiveId" clId="{7920B945-17B7-4036-A571-6042E7CB8740}" dt="2026-07-01T10:36:09.645" v="9284" actId="47"/>
        <pc:sldMkLst>
          <pc:docMk/>
          <pc:sldMk cId="3604630649" sldId="267"/>
        </pc:sldMkLst>
      </pc:sldChg>
      <pc:sldChg chg="del">
        <pc:chgData name="Sofia Maggioni" userId="cbc1a0e6c0f97474" providerId="LiveId" clId="{7920B945-17B7-4036-A571-6042E7CB8740}" dt="2026-07-01T10:36:08.899" v="9283" actId="47"/>
        <pc:sldMkLst>
          <pc:docMk/>
          <pc:sldMk cId="4259977132" sldId="268"/>
        </pc:sldMkLst>
      </pc:sldChg>
      <pc:sldChg chg="addSp delSp modSp mod">
        <pc:chgData name="Sofia Maggioni" userId="cbc1a0e6c0f97474" providerId="LiveId" clId="{7920B945-17B7-4036-A571-6042E7CB8740}" dt="2026-06-29T20:13:55.124" v="621" actId="790"/>
        <pc:sldMkLst>
          <pc:docMk/>
          <pc:sldMk cId="2910866480" sldId="326"/>
        </pc:sldMkLst>
        <pc:spChg chg="mod">
          <ac:chgData name="Sofia Maggioni" userId="cbc1a0e6c0f97474" providerId="LiveId" clId="{7920B945-17B7-4036-A571-6042E7CB8740}" dt="2026-06-29T20:13:55.124" v="621" actId="790"/>
          <ac:spMkLst>
            <pc:docMk/>
            <pc:sldMk cId="2910866480" sldId="326"/>
            <ac:spMk id="2" creationId="{9A3EB422-1287-FCEB-63CE-599FDC8468D8}"/>
          </ac:spMkLst>
        </pc:spChg>
        <pc:spChg chg="mod">
          <ac:chgData name="Sofia Maggioni" userId="cbc1a0e6c0f97474" providerId="LiveId" clId="{7920B945-17B7-4036-A571-6042E7CB8740}" dt="2026-06-29T20:05:12.967" v="416" actId="20577"/>
          <ac:spMkLst>
            <pc:docMk/>
            <pc:sldMk cId="2910866480" sldId="326"/>
            <ac:spMk id="3" creationId="{4D038CD2-9585-7E51-5359-D52935A77DF0}"/>
          </ac:spMkLst>
        </pc:spChg>
        <pc:picChg chg="mod modCrop">
          <ac:chgData name="Sofia Maggioni" userId="cbc1a0e6c0f97474" providerId="LiveId" clId="{7920B945-17B7-4036-A571-6042E7CB8740}" dt="2026-06-29T19:56:16.939" v="235" actId="1038"/>
          <ac:picMkLst>
            <pc:docMk/>
            <pc:sldMk cId="2910866480" sldId="326"/>
            <ac:picMk id="8" creationId="{9DA934D8-2609-4227-78DF-CF8F07A2F9C7}"/>
          </ac:picMkLst>
        </pc:picChg>
      </pc:sldChg>
      <pc:sldChg chg="del">
        <pc:chgData name="Sofia Maggioni" userId="cbc1a0e6c0f97474" providerId="LiveId" clId="{7920B945-17B7-4036-A571-6042E7CB8740}" dt="2026-07-01T10:36:16.128" v="9286" actId="47"/>
        <pc:sldMkLst>
          <pc:docMk/>
          <pc:sldMk cId="487522735" sldId="340"/>
        </pc:sldMkLst>
      </pc:sldChg>
      <pc:sldChg chg="modSp add mod setBg">
        <pc:chgData name="Sofia Maggioni" userId="cbc1a0e6c0f97474" providerId="LiveId" clId="{7920B945-17B7-4036-A571-6042E7CB8740}" dt="2026-07-01T08:45:40.160" v="7433" actId="207"/>
        <pc:sldMkLst>
          <pc:docMk/>
          <pc:sldMk cId="2422481576" sldId="341"/>
        </pc:sldMkLst>
        <pc:spChg chg="mod">
          <ac:chgData name="Sofia Maggioni" userId="cbc1a0e6c0f97474" providerId="LiveId" clId="{7920B945-17B7-4036-A571-6042E7CB8740}" dt="2026-07-01T08:45:40.160" v="7433" actId="207"/>
          <ac:spMkLst>
            <pc:docMk/>
            <pc:sldMk cId="2422481576" sldId="341"/>
            <ac:spMk id="3" creationId="{C1165364-C3D6-BC94-46C5-8061B37D723E}"/>
          </ac:spMkLst>
        </pc:spChg>
      </pc:sldChg>
      <pc:sldChg chg="modSp add mod setBg">
        <pc:chgData name="Sofia Maggioni" userId="cbc1a0e6c0f97474" providerId="LiveId" clId="{7920B945-17B7-4036-A571-6042E7CB8740}" dt="2026-07-01T08:45:33.495" v="7432" actId="207"/>
        <pc:sldMkLst>
          <pc:docMk/>
          <pc:sldMk cId="2919165030" sldId="342"/>
        </pc:sldMkLst>
        <pc:spChg chg="mod">
          <ac:chgData name="Sofia Maggioni" userId="cbc1a0e6c0f97474" providerId="LiveId" clId="{7920B945-17B7-4036-A571-6042E7CB8740}" dt="2026-07-01T08:45:33.495" v="7432" actId="207"/>
          <ac:spMkLst>
            <pc:docMk/>
            <pc:sldMk cId="2919165030" sldId="342"/>
            <ac:spMk id="3" creationId="{198210DB-0463-7042-13E2-156757408437}"/>
          </ac:spMkLst>
        </pc:spChg>
      </pc:sldChg>
      <pc:sldChg chg="modSp add mod setBg">
        <pc:chgData name="Sofia Maggioni" userId="cbc1a0e6c0f97474" providerId="LiveId" clId="{7920B945-17B7-4036-A571-6042E7CB8740}" dt="2026-07-01T08:45:54.642" v="7435" actId="207"/>
        <pc:sldMkLst>
          <pc:docMk/>
          <pc:sldMk cId="1961143458" sldId="343"/>
        </pc:sldMkLst>
        <pc:spChg chg="mod">
          <ac:chgData name="Sofia Maggioni" userId="cbc1a0e6c0f97474" providerId="LiveId" clId="{7920B945-17B7-4036-A571-6042E7CB8740}" dt="2026-07-01T08:45:54.642" v="7435" actId="207"/>
          <ac:spMkLst>
            <pc:docMk/>
            <pc:sldMk cId="1961143458" sldId="343"/>
            <ac:spMk id="3" creationId="{48E4141F-E63A-F42E-2681-A4D39F247A62}"/>
          </ac:spMkLst>
        </pc:spChg>
      </pc:sldChg>
      <pc:sldChg chg="addSp delSp modSp new mod">
        <pc:chgData name="Sofia Maggioni" userId="cbc1a0e6c0f97474" providerId="LiveId" clId="{7920B945-17B7-4036-A571-6042E7CB8740}" dt="2026-07-02T07:51:44.279" v="10767" actId="20577"/>
        <pc:sldMkLst>
          <pc:docMk/>
          <pc:sldMk cId="3754867327" sldId="344"/>
        </pc:sldMkLst>
        <pc:spChg chg="add mod">
          <ac:chgData name="Sofia Maggioni" userId="cbc1a0e6c0f97474" providerId="LiveId" clId="{7920B945-17B7-4036-A571-6042E7CB8740}" dt="2026-07-02T07:51:44.279" v="10767" actId="20577"/>
          <ac:spMkLst>
            <pc:docMk/>
            <pc:sldMk cId="3754867327" sldId="344"/>
            <ac:spMk id="5" creationId="{2664C141-C3BC-7BEC-BD5F-9068C05C1BA6}"/>
          </ac:spMkLst>
        </pc:spChg>
      </pc:sldChg>
      <pc:sldChg chg="addSp delSp modSp new mod">
        <pc:chgData name="Sofia Maggioni" userId="cbc1a0e6c0f97474" providerId="LiveId" clId="{7920B945-17B7-4036-A571-6042E7CB8740}" dt="2026-06-30T14:25:02.277" v="2328" actId="20577"/>
        <pc:sldMkLst>
          <pc:docMk/>
          <pc:sldMk cId="1332851425" sldId="345"/>
        </pc:sldMkLst>
        <pc:spChg chg="add mod">
          <ac:chgData name="Sofia Maggioni" userId="cbc1a0e6c0f97474" providerId="LiveId" clId="{7920B945-17B7-4036-A571-6042E7CB8740}" dt="2026-06-30T14:24:40.907" v="2321" actId="20577"/>
          <ac:spMkLst>
            <pc:docMk/>
            <pc:sldMk cId="1332851425" sldId="345"/>
            <ac:spMk id="3" creationId="{FAB3F15E-099F-6510-2B99-DC9DECA31440}"/>
          </ac:spMkLst>
        </pc:spChg>
        <pc:spChg chg="add mod">
          <ac:chgData name="Sofia Maggioni" userId="cbc1a0e6c0f97474" providerId="LiveId" clId="{7920B945-17B7-4036-A571-6042E7CB8740}" dt="2026-06-30T14:25:02.277" v="2328" actId="20577"/>
          <ac:spMkLst>
            <pc:docMk/>
            <pc:sldMk cId="1332851425" sldId="345"/>
            <ac:spMk id="8" creationId="{721279D0-D50E-F7AA-0328-C9E7E4FCB223}"/>
          </ac:spMkLst>
        </pc:spChg>
        <pc:spChg chg="add mod">
          <ac:chgData name="Sofia Maggioni" userId="cbc1a0e6c0f97474" providerId="LiveId" clId="{7920B945-17B7-4036-A571-6042E7CB8740}" dt="2026-06-30T13:05:19.103" v="1381" actId="1036"/>
          <ac:spMkLst>
            <pc:docMk/>
            <pc:sldMk cId="1332851425" sldId="345"/>
            <ac:spMk id="9" creationId="{8C251E8D-9F68-CAA1-30D4-5B15E81D50A9}"/>
          </ac:spMkLst>
        </pc:spChg>
        <pc:spChg chg="add mod">
          <ac:chgData name="Sofia Maggioni" userId="cbc1a0e6c0f97474" providerId="LiveId" clId="{7920B945-17B7-4036-A571-6042E7CB8740}" dt="2026-06-30T08:52:17.599" v="1351" actId="207"/>
          <ac:spMkLst>
            <pc:docMk/>
            <pc:sldMk cId="1332851425" sldId="345"/>
            <ac:spMk id="11" creationId="{A53215A9-96C0-5181-F5D1-80AB9FB64B0E}"/>
          </ac:spMkLst>
        </pc:spChg>
        <pc:picChg chg="add mod ord">
          <ac:chgData name="Sofia Maggioni" userId="cbc1a0e6c0f97474" providerId="LiveId" clId="{7920B945-17B7-4036-A571-6042E7CB8740}" dt="2026-06-29T20:32:37.062" v="962" actId="1076"/>
          <ac:picMkLst>
            <pc:docMk/>
            <pc:sldMk cId="1332851425" sldId="345"/>
            <ac:picMk id="6" creationId="{CD4204EF-130C-D445-3699-6C39C002E0DE}"/>
          </ac:picMkLst>
        </pc:picChg>
      </pc:sldChg>
      <pc:sldChg chg="addSp delSp modSp new mod">
        <pc:chgData name="Sofia Maggioni" userId="cbc1a0e6c0f97474" providerId="LiveId" clId="{7920B945-17B7-4036-A571-6042E7CB8740}" dt="2026-07-01T15:24:14.036" v="10116" actId="20577"/>
        <pc:sldMkLst>
          <pc:docMk/>
          <pc:sldMk cId="4224717911" sldId="346"/>
        </pc:sldMkLst>
        <pc:spChg chg="mod">
          <ac:chgData name="Sofia Maggioni" userId="cbc1a0e6c0f97474" providerId="LiveId" clId="{7920B945-17B7-4036-A571-6042E7CB8740}" dt="2026-06-30T14:16:03.620" v="2240" actId="790"/>
          <ac:spMkLst>
            <pc:docMk/>
            <pc:sldMk cId="4224717911" sldId="346"/>
            <ac:spMk id="3" creationId="{9088D483-AC4A-78F6-BD60-26E5DC58C9E7}"/>
          </ac:spMkLst>
        </pc:spChg>
        <pc:spChg chg="mod">
          <ac:chgData name="Sofia Maggioni" userId="cbc1a0e6c0f97474" providerId="LiveId" clId="{7920B945-17B7-4036-A571-6042E7CB8740}" dt="2026-06-30T14:16:22.632" v="2241" actId="790"/>
          <ac:spMkLst>
            <pc:docMk/>
            <pc:sldMk cId="4224717911" sldId="346"/>
            <ac:spMk id="4" creationId="{08BBDF4F-4666-5957-52FE-D0FD0DB4C334}"/>
          </ac:spMkLst>
        </pc:spChg>
        <pc:spChg chg="add mod">
          <ac:chgData name="Sofia Maggioni" userId="cbc1a0e6c0f97474" providerId="LiveId" clId="{7920B945-17B7-4036-A571-6042E7CB8740}" dt="2026-07-01T15:24:14.036" v="10116" actId="20577"/>
          <ac:spMkLst>
            <pc:docMk/>
            <pc:sldMk cId="4224717911" sldId="346"/>
            <ac:spMk id="8" creationId="{E4825669-3FD9-C3F2-6EF9-9C27FB011C31}"/>
          </ac:spMkLst>
        </pc:spChg>
      </pc:sldChg>
      <pc:sldChg chg="delSp modSp new del mod">
        <pc:chgData name="Sofia Maggioni" userId="cbc1a0e6c0f97474" providerId="LiveId" clId="{7920B945-17B7-4036-A571-6042E7CB8740}" dt="2026-07-01T08:46:30.451" v="7437" actId="47"/>
        <pc:sldMkLst>
          <pc:docMk/>
          <pc:sldMk cId="3597240895" sldId="347"/>
        </pc:sldMkLst>
      </pc:sldChg>
      <pc:sldChg chg="addSp delSp modSp new mod">
        <pc:chgData name="Sofia Maggioni" userId="cbc1a0e6c0f97474" providerId="LiveId" clId="{7920B945-17B7-4036-A571-6042E7CB8740}" dt="2026-07-01T08:45:25.303" v="7431" actId="207"/>
        <pc:sldMkLst>
          <pc:docMk/>
          <pc:sldMk cId="2783994547" sldId="348"/>
        </pc:sldMkLst>
        <pc:spChg chg="mod">
          <ac:chgData name="Sofia Maggioni" userId="cbc1a0e6c0f97474" providerId="LiveId" clId="{7920B945-17B7-4036-A571-6042E7CB8740}" dt="2026-07-01T08:45:25.303" v="7431" actId="207"/>
          <ac:spMkLst>
            <pc:docMk/>
            <pc:sldMk cId="2783994547" sldId="348"/>
            <ac:spMk id="2" creationId="{570B5394-BAAF-3DB1-C8BB-B1DA94D4D851}"/>
          </ac:spMkLst>
        </pc:spChg>
        <pc:spChg chg="mod">
          <ac:chgData name="Sofia Maggioni" userId="cbc1a0e6c0f97474" providerId="LiveId" clId="{7920B945-17B7-4036-A571-6042E7CB8740}" dt="2026-06-30T16:34:22.640" v="2804" actId="208"/>
          <ac:spMkLst>
            <pc:docMk/>
            <pc:sldMk cId="2783994547" sldId="348"/>
            <ac:spMk id="3" creationId="{5D92B466-7132-2C26-EEE4-D20E0592D699}"/>
          </ac:spMkLst>
        </pc:spChg>
        <pc:spChg chg="add mod">
          <ac:chgData name="Sofia Maggioni" userId="cbc1a0e6c0f97474" providerId="LiveId" clId="{7920B945-17B7-4036-A571-6042E7CB8740}" dt="2026-06-30T13:34:13.698" v="2235" actId="1076"/>
          <ac:spMkLst>
            <pc:docMk/>
            <pc:sldMk cId="2783994547" sldId="348"/>
            <ac:spMk id="5" creationId="{CA3BD09A-4E43-71A2-EC57-5B910BAC411F}"/>
          </ac:spMkLst>
        </pc:spChg>
        <pc:spChg chg="add mod">
          <ac:chgData name="Sofia Maggioni" userId="cbc1a0e6c0f97474" providerId="LiveId" clId="{7920B945-17B7-4036-A571-6042E7CB8740}" dt="2026-06-30T17:30:28.063" v="3477" actId="123"/>
          <ac:spMkLst>
            <pc:docMk/>
            <pc:sldMk cId="2783994547" sldId="348"/>
            <ac:spMk id="8" creationId="{89170215-4342-181B-958B-E59DE4AB7B01}"/>
          </ac:spMkLst>
        </pc:spChg>
      </pc:sldChg>
      <pc:sldChg chg="modSp add mod">
        <pc:chgData name="Sofia Maggioni" userId="cbc1a0e6c0f97474" providerId="LiveId" clId="{7920B945-17B7-4036-A571-6042E7CB8740}" dt="2026-07-02T07:52:01.210" v="10768" actId="13926"/>
        <pc:sldMkLst>
          <pc:docMk/>
          <pc:sldMk cId="3115415588" sldId="349"/>
        </pc:sldMkLst>
        <pc:spChg chg="mod">
          <ac:chgData name="Sofia Maggioni" userId="cbc1a0e6c0f97474" providerId="LiveId" clId="{7920B945-17B7-4036-A571-6042E7CB8740}" dt="2026-07-01T08:45:20.481" v="7430" actId="207"/>
          <ac:spMkLst>
            <pc:docMk/>
            <pc:sldMk cId="3115415588" sldId="349"/>
            <ac:spMk id="2" creationId="{ED55EA3E-6467-87DD-CDD9-DE0B2295E2CA}"/>
          </ac:spMkLst>
        </pc:spChg>
        <pc:spChg chg="mod">
          <ac:chgData name="Sofia Maggioni" userId="cbc1a0e6c0f97474" providerId="LiveId" clId="{7920B945-17B7-4036-A571-6042E7CB8740}" dt="2026-06-30T19:08:16.908" v="4280" actId="20577"/>
          <ac:spMkLst>
            <pc:docMk/>
            <pc:sldMk cId="3115415588" sldId="349"/>
            <ac:spMk id="5" creationId="{02FFFFC8-BDDF-C22E-16A8-535CE68D27C3}"/>
          </ac:spMkLst>
        </pc:spChg>
        <pc:spChg chg="mod">
          <ac:chgData name="Sofia Maggioni" userId="cbc1a0e6c0f97474" providerId="LiveId" clId="{7920B945-17B7-4036-A571-6042E7CB8740}" dt="2026-07-02T07:52:01.210" v="10768" actId="13926"/>
          <ac:spMkLst>
            <pc:docMk/>
            <pc:sldMk cId="3115415588" sldId="349"/>
            <ac:spMk id="8" creationId="{0D17B492-1D58-A130-C015-EC66F8B2FABD}"/>
          </ac:spMkLst>
        </pc:spChg>
      </pc:sldChg>
      <pc:sldChg chg="modSp add mod">
        <pc:chgData name="Sofia Maggioni" userId="cbc1a0e6c0f97474" providerId="LiveId" clId="{7920B945-17B7-4036-A571-6042E7CB8740}" dt="2026-07-01T17:14:25.579" v="10212" actId="20577"/>
        <pc:sldMkLst>
          <pc:docMk/>
          <pc:sldMk cId="4269763375" sldId="350"/>
        </pc:sldMkLst>
        <pc:spChg chg="mod">
          <ac:chgData name="Sofia Maggioni" userId="cbc1a0e6c0f97474" providerId="LiveId" clId="{7920B945-17B7-4036-A571-6042E7CB8740}" dt="2026-07-01T08:45:14.234" v="7429" actId="207"/>
          <ac:spMkLst>
            <pc:docMk/>
            <pc:sldMk cId="4269763375" sldId="350"/>
            <ac:spMk id="2" creationId="{0E54D71A-FA10-6C75-DF5A-9840FC4F9306}"/>
          </ac:spMkLst>
        </pc:spChg>
        <pc:spChg chg="mod">
          <ac:chgData name="Sofia Maggioni" userId="cbc1a0e6c0f97474" providerId="LiveId" clId="{7920B945-17B7-4036-A571-6042E7CB8740}" dt="2026-06-30T19:08:03.580" v="4276" actId="20577"/>
          <ac:spMkLst>
            <pc:docMk/>
            <pc:sldMk cId="4269763375" sldId="350"/>
            <ac:spMk id="5" creationId="{B143F94C-C079-6BF2-FF62-D17D6B9F9D27}"/>
          </ac:spMkLst>
        </pc:spChg>
        <pc:spChg chg="mod">
          <ac:chgData name="Sofia Maggioni" userId="cbc1a0e6c0f97474" providerId="LiveId" clId="{7920B945-17B7-4036-A571-6042E7CB8740}" dt="2026-07-01T17:14:25.579" v="10212" actId="20577"/>
          <ac:spMkLst>
            <pc:docMk/>
            <pc:sldMk cId="4269763375" sldId="350"/>
            <ac:spMk id="8" creationId="{51DBDEC6-DDBF-1A53-AE52-CB166F5706CF}"/>
          </ac:spMkLst>
        </pc:spChg>
      </pc:sldChg>
      <pc:sldChg chg="modSp add mod">
        <pc:chgData name="Sofia Maggioni" userId="cbc1a0e6c0f97474" providerId="LiveId" clId="{7920B945-17B7-4036-A571-6042E7CB8740}" dt="2026-07-01T21:15:56.716" v="10676" actId="255"/>
        <pc:sldMkLst>
          <pc:docMk/>
          <pc:sldMk cId="60011764" sldId="351"/>
        </pc:sldMkLst>
        <pc:spChg chg="mod">
          <ac:chgData name="Sofia Maggioni" userId="cbc1a0e6c0f97474" providerId="LiveId" clId="{7920B945-17B7-4036-A571-6042E7CB8740}" dt="2026-07-01T08:45:08.623" v="7428" actId="207"/>
          <ac:spMkLst>
            <pc:docMk/>
            <pc:sldMk cId="60011764" sldId="351"/>
            <ac:spMk id="2" creationId="{8676778A-A51B-E061-9171-B6DCFCD6A0BE}"/>
          </ac:spMkLst>
        </pc:spChg>
        <pc:spChg chg="mod">
          <ac:chgData name="Sofia Maggioni" userId="cbc1a0e6c0f97474" providerId="LiveId" clId="{7920B945-17B7-4036-A571-6042E7CB8740}" dt="2026-07-01T21:15:56.716" v="10676" actId="255"/>
          <ac:spMkLst>
            <pc:docMk/>
            <pc:sldMk cId="60011764" sldId="351"/>
            <ac:spMk id="5" creationId="{FE23E22C-8ED6-1C2A-CEC7-3262977EC8D4}"/>
          </ac:spMkLst>
        </pc:spChg>
        <pc:spChg chg="mod">
          <ac:chgData name="Sofia Maggioni" userId="cbc1a0e6c0f97474" providerId="LiveId" clId="{7920B945-17B7-4036-A571-6042E7CB8740}" dt="2026-06-30T19:32:46.984" v="4831" actId="1076"/>
          <ac:spMkLst>
            <pc:docMk/>
            <pc:sldMk cId="60011764" sldId="351"/>
            <ac:spMk id="8" creationId="{31CA104E-4D18-E59A-6DA1-D08DD087E3C3}"/>
          </ac:spMkLst>
        </pc:spChg>
      </pc:sldChg>
      <pc:sldChg chg="modSp add mod">
        <pc:chgData name="Sofia Maggioni" userId="cbc1a0e6c0f97474" providerId="LiveId" clId="{7920B945-17B7-4036-A571-6042E7CB8740}" dt="2026-07-01T08:45:03.409" v="7427" actId="207"/>
        <pc:sldMkLst>
          <pc:docMk/>
          <pc:sldMk cId="3838552212" sldId="352"/>
        </pc:sldMkLst>
        <pc:spChg chg="mod">
          <ac:chgData name="Sofia Maggioni" userId="cbc1a0e6c0f97474" providerId="LiveId" clId="{7920B945-17B7-4036-A571-6042E7CB8740}" dt="2026-07-01T08:45:03.409" v="7427" actId="207"/>
          <ac:spMkLst>
            <pc:docMk/>
            <pc:sldMk cId="3838552212" sldId="352"/>
            <ac:spMk id="2" creationId="{D758F91B-8B05-28CB-BEF5-14FA127242E2}"/>
          </ac:spMkLst>
        </pc:spChg>
        <pc:spChg chg="mod">
          <ac:chgData name="Sofia Maggioni" userId="cbc1a0e6c0f97474" providerId="LiveId" clId="{7920B945-17B7-4036-A571-6042E7CB8740}" dt="2026-06-30T19:57:04.410" v="5582" actId="1076"/>
          <ac:spMkLst>
            <pc:docMk/>
            <pc:sldMk cId="3838552212" sldId="352"/>
            <ac:spMk id="5" creationId="{E2D524FD-3C1B-07B3-5210-680C820DFF42}"/>
          </ac:spMkLst>
        </pc:spChg>
        <pc:spChg chg="mod">
          <ac:chgData name="Sofia Maggioni" userId="cbc1a0e6c0f97474" providerId="LiveId" clId="{7920B945-17B7-4036-A571-6042E7CB8740}" dt="2026-06-30T20:08:50.387" v="5746" actId="20577"/>
          <ac:spMkLst>
            <pc:docMk/>
            <pc:sldMk cId="3838552212" sldId="352"/>
            <ac:spMk id="8" creationId="{66246A66-20D6-F1B1-E5F0-5A1978CD70D0}"/>
          </ac:spMkLst>
        </pc:spChg>
      </pc:sldChg>
      <pc:sldChg chg="addSp modSp add mod">
        <pc:chgData name="Sofia Maggioni" userId="cbc1a0e6c0f97474" providerId="LiveId" clId="{7920B945-17B7-4036-A571-6042E7CB8740}" dt="2026-07-01T21:33:31.625" v="10766" actId="20577"/>
        <pc:sldMkLst>
          <pc:docMk/>
          <pc:sldMk cId="1538760815" sldId="353"/>
        </pc:sldMkLst>
        <pc:spChg chg="mod">
          <ac:chgData name="Sofia Maggioni" userId="cbc1a0e6c0f97474" providerId="LiveId" clId="{7920B945-17B7-4036-A571-6042E7CB8740}" dt="2026-07-01T08:44:58.780" v="7426" actId="207"/>
          <ac:spMkLst>
            <pc:docMk/>
            <pc:sldMk cId="1538760815" sldId="353"/>
            <ac:spMk id="2" creationId="{385B4866-A8A5-8323-2E58-1219779FABF0}"/>
          </ac:spMkLst>
        </pc:spChg>
        <pc:spChg chg="mod">
          <ac:chgData name="Sofia Maggioni" userId="cbc1a0e6c0f97474" providerId="LiveId" clId="{7920B945-17B7-4036-A571-6042E7CB8740}" dt="2026-07-01T08:10:40.192" v="6670" actId="20577"/>
          <ac:spMkLst>
            <pc:docMk/>
            <pc:sldMk cId="1538760815" sldId="353"/>
            <ac:spMk id="5" creationId="{1F03E712-3D94-7080-419F-6B6E947F48F3}"/>
          </ac:spMkLst>
        </pc:spChg>
        <pc:spChg chg="mod">
          <ac:chgData name="Sofia Maggioni" userId="cbc1a0e6c0f97474" providerId="LiveId" clId="{7920B945-17B7-4036-A571-6042E7CB8740}" dt="2026-07-01T21:33:31.625" v="10766" actId="20577"/>
          <ac:spMkLst>
            <pc:docMk/>
            <pc:sldMk cId="1538760815" sldId="353"/>
            <ac:spMk id="8" creationId="{E5CE3B0C-C8D9-D7D3-9FC0-A542758E3F37}"/>
          </ac:spMkLst>
        </pc:spChg>
        <pc:cxnChg chg="add mod">
          <ac:chgData name="Sofia Maggioni" userId="cbc1a0e6c0f97474" providerId="LiveId" clId="{7920B945-17B7-4036-A571-6042E7CB8740}" dt="2026-07-01T08:09:27.405" v="6653" actId="208"/>
          <ac:cxnSpMkLst>
            <pc:docMk/>
            <pc:sldMk cId="1538760815" sldId="353"/>
            <ac:cxnSpMk id="6" creationId="{FF4D35FF-C48E-5F72-03F3-9EECC67B7EE7}"/>
          </ac:cxnSpMkLst>
        </pc:cxnChg>
      </pc:sldChg>
      <pc:sldChg chg="addSp delSp modSp add mod">
        <pc:chgData name="Sofia Maggioni" userId="cbc1a0e6c0f97474" providerId="LiveId" clId="{7920B945-17B7-4036-A571-6042E7CB8740}" dt="2026-07-01T08:44:53.109" v="7425" actId="207"/>
        <pc:sldMkLst>
          <pc:docMk/>
          <pc:sldMk cId="2216303134" sldId="354"/>
        </pc:sldMkLst>
        <pc:spChg chg="mod">
          <ac:chgData name="Sofia Maggioni" userId="cbc1a0e6c0f97474" providerId="LiveId" clId="{7920B945-17B7-4036-A571-6042E7CB8740}" dt="2026-07-01T08:44:53.109" v="7425" actId="207"/>
          <ac:spMkLst>
            <pc:docMk/>
            <pc:sldMk cId="2216303134" sldId="354"/>
            <ac:spMk id="2" creationId="{7DEC68E0-9038-FCB6-F2F5-5333F49BB03C}"/>
          </ac:spMkLst>
        </pc:spChg>
        <pc:spChg chg="del">
          <ac:chgData name="Sofia Maggioni" userId="cbc1a0e6c0f97474" providerId="LiveId" clId="{7920B945-17B7-4036-A571-6042E7CB8740}" dt="2026-07-01T08:44:11.288" v="7418" actId="478"/>
          <ac:spMkLst>
            <pc:docMk/>
            <pc:sldMk cId="2216303134" sldId="354"/>
            <ac:spMk id="3" creationId="{FBD1856C-728E-7CF9-3747-EF2F8095A980}"/>
          </ac:spMkLst>
        </pc:spChg>
        <pc:spChg chg="del">
          <ac:chgData name="Sofia Maggioni" userId="cbc1a0e6c0f97474" providerId="LiveId" clId="{7920B945-17B7-4036-A571-6042E7CB8740}" dt="2026-07-01T08:44:19.387" v="7420" actId="478"/>
          <ac:spMkLst>
            <pc:docMk/>
            <pc:sldMk cId="2216303134" sldId="354"/>
            <ac:spMk id="5" creationId="{D5AC2EC5-E30B-3BDA-964B-3ACCB3BF23C5}"/>
          </ac:spMkLst>
        </pc:spChg>
        <pc:spChg chg="add del mod">
          <ac:chgData name="Sofia Maggioni" userId="cbc1a0e6c0f97474" providerId="LiveId" clId="{7920B945-17B7-4036-A571-6042E7CB8740}" dt="2026-07-01T08:44:16" v="7419" actId="478"/>
          <ac:spMkLst>
            <pc:docMk/>
            <pc:sldMk cId="2216303134" sldId="354"/>
            <ac:spMk id="7" creationId="{2AF66C78-A7E2-C7F3-1A27-28077EA7F27E}"/>
          </ac:spMkLst>
        </pc:spChg>
        <pc:spChg chg="mod">
          <ac:chgData name="Sofia Maggioni" userId="cbc1a0e6c0f97474" providerId="LiveId" clId="{7920B945-17B7-4036-A571-6042E7CB8740}" dt="2026-07-01T08:43:54.436" v="7398" actId="20577"/>
          <ac:spMkLst>
            <pc:docMk/>
            <pc:sldMk cId="2216303134" sldId="354"/>
            <ac:spMk id="8" creationId="{B7386E25-E033-9199-4B56-3F715604670D}"/>
          </ac:spMkLst>
        </pc:spChg>
        <pc:cxnChg chg="mod">
          <ac:chgData name="Sofia Maggioni" userId="cbc1a0e6c0f97474" providerId="LiveId" clId="{7920B945-17B7-4036-A571-6042E7CB8740}" dt="2026-07-01T08:39:24.200" v="7316" actId="1076"/>
          <ac:cxnSpMkLst>
            <pc:docMk/>
            <pc:sldMk cId="2216303134" sldId="354"/>
            <ac:cxnSpMk id="6" creationId="{9A32940F-EB08-ECFB-9464-FB1052FB8433}"/>
          </ac:cxnSpMkLst>
        </pc:cxnChg>
      </pc:sldChg>
      <pc:sldChg chg="addSp delSp modSp new mod ord">
        <pc:chgData name="Sofia Maggioni" userId="cbc1a0e6c0f97474" providerId="LiveId" clId="{7920B945-17B7-4036-A571-6042E7CB8740}" dt="2026-07-01T09:51:37.688" v="8566" actId="478"/>
        <pc:sldMkLst>
          <pc:docMk/>
          <pc:sldMk cId="2713861224" sldId="355"/>
        </pc:sldMkLst>
        <pc:spChg chg="del">
          <ac:chgData name="Sofia Maggioni" userId="cbc1a0e6c0f97474" providerId="LiveId" clId="{7920B945-17B7-4036-A571-6042E7CB8740}" dt="2026-07-01T08:59:08.876" v="7598" actId="478"/>
          <ac:spMkLst>
            <pc:docMk/>
            <pc:sldMk cId="2713861224" sldId="355"/>
            <ac:spMk id="2" creationId="{13EE2D1E-DF40-3090-A66F-B521FB805815}"/>
          </ac:spMkLst>
        </pc:spChg>
        <pc:spChg chg="del mod">
          <ac:chgData name="Sofia Maggioni" userId="cbc1a0e6c0f97474" providerId="LiveId" clId="{7920B945-17B7-4036-A571-6042E7CB8740}" dt="2026-07-01T09:17:31.613" v="8453" actId="478"/>
          <ac:spMkLst>
            <pc:docMk/>
            <pc:sldMk cId="2713861224" sldId="355"/>
            <ac:spMk id="3" creationId="{91257876-CE73-C2EB-A08C-A4231AA6392A}"/>
          </ac:spMkLst>
        </pc:spChg>
        <pc:spChg chg="del">
          <ac:chgData name="Sofia Maggioni" userId="cbc1a0e6c0f97474" providerId="LiveId" clId="{7920B945-17B7-4036-A571-6042E7CB8740}" dt="2026-07-01T08:59:02.964" v="7597" actId="478"/>
          <ac:spMkLst>
            <pc:docMk/>
            <pc:sldMk cId="2713861224" sldId="355"/>
            <ac:spMk id="4" creationId="{4AD896CF-89AC-9D88-E712-30CF584DC921}"/>
          </ac:spMkLst>
        </pc:spChg>
        <pc:spChg chg="add mod">
          <ac:chgData name="Sofia Maggioni" userId="cbc1a0e6c0f97474" providerId="LiveId" clId="{7920B945-17B7-4036-A571-6042E7CB8740}" dt="2026-07-01T09:10:17.275" v="7612" actId="208"/>
          <ac:spMkLst>
            <pc:docMk/>
            <pc:sldMk cId="2713861224" sldId="355"/>
            <ac:spMk id="7" creationId="{D511EFD5-7C3F-0832-2E55-DC672283AC72}"/>
          </ac:spMkLst>
        </pc:spChg>
        <pc:spChg chg="add mod">
          <ac:chgData name="Sofia Maggioni" userId="cbc1a0e6c0f97474" providerId="LiveId" clId="{7920B945-17B7-4036-A571-6042E7CB8740}" dt="2026-07-01T09:51:29.495" v="8564" actId="14100"/>
          <ac:spMkLst>
            <pc:docMk/>
            <pc:sldMk cId="2713861224" sldId="355"/>
            <ac:spMk id="10" creationId="{1330A4D5-D1FC-5EBD-F98D-B50E8D7E9555}"/>
          </ac:spMkLst>
        </pc:spChg>
        <pc:spChg chg="add del">
          <ac:chgData name="Sofia Maggioni" userId="cbc1a0e6c0f97474" providerId="LiveId" clId="{7920B945-17B7-4036-A571-6042E7CB8740}" dt="2026-07-01T09:12:11.703" v="7623" actId="11529"/>
          <ac:spMkLst>
            <pc:docMk/>
            <pc:sldMk cId="2713861224" sldId="355"/>
            <ac:spMk id="11" creationId="{AC560D57-3E9E-F599-23A4-7618B3C27BB1}"/>
          </ac:spMkLst>
        </pc:spChg>
        <pc:spChg chg="add mod">
          <ac:chgData name="Sofia Maggioni" userId="cbc1a0e6c0f97474" providerId="LiveId" clId="{7920B945-17B7-4036-A571-6042E7CB8740}" dt="2026-07-01T09:12:50.792" v="7707" actId="1036"/>
          <ac:spMkLst>
            <pc:docMk/>
            <pc:sldMk cId="2713861224" sldId="355"/>
            <ac:spMk id="13" creationId="{B10CE3D4-19CE-09A4-3AF6-1FB15CA58965}"/>
          </ac:spMkLst>
        </pc:spChg>
        <pc:spChg chg="add mod">
          <ac:chgData name="Sofia Maggioni" userId="cbc1a0e6c0f97474" providerId="LiveId" clId="{7920B945-17B7-4036-A571-6042E7CB8740}" dt="2026-07-01T09:13:01.837" v="7755" actId="1037"/>
          <ac:spMkLst>
            <pc:docMk/>
            <pc:sldMk cId="2713861224" sldId="355"/>
            <ac:spMk id="15" creationId="{9D2860F9-9438-4DD6-3B88-3AC2F06DF03A}"/>
          </ac:spMkLst>
        </pc:spChg>
        <pc:spChg chg="add mod">
          <ac:chgData name="Sofia Maggioni" userId="cbc1a0e6c0f97474" providerId="LiveId" clId="{7920B945-17B7-4036-A571-6042E7CB8740}" dt="2026-07-01T09:13:12.652" v="7834" actId="1038"/>
          <ac:spMkLst>
            <pc:docMk/>
            <pc:sldMk cId="2713861224" sldId="355"/>
            <ac:spMk id="17" creationId="{5ED1C5DD-4FB0-1B33-E1A2-DB40EED66C3C}"/>
          </ac:spMkLst>
        </pc:spChg>
        <pc:spChg chg="add mod">
          <ac:chgData name="Sofia Maggioni" userId="cbc1a0e6c0f97474" providerId="LiveId" clId="{7920B945-17B7-4036-A571-6042E7CB8740}" dt="2026-07-01T09:13:29.064" v="7948" actId="1038"/>
          <ac:spMkLst>
            <pc:docMk/>
            <pc:sldMk cId="2713861224" sldId="355"/>
            <ac:spMk id="19" creationId="{80F49F31-C70B-8CE2-7468-3467B015A251}"/>
          </ac:spMkLst>
        </pc:spChg>
        <pc:spChg chg="add mod">
          <ac:chgData name="Sofia Maggioni" userId="cbc1a0e6c0f97474" providerId="LiveId" clId="{7920B945-17B7-4036-A571-6042E7CB8740}" dt="2026-07-01T09:13:45.287" v="8065" actId="1037"/>
          <ac:spMkLst>
            <pc:docMk/>
            <pc:sldMk cId="2713861224" sldId="355"/>
            <ac:spMk id="21" creationId="{C69EFA78-6ED8-03E7-6619-55DF651EBFE8}"/>
          </ac:spMkLst>
        </pc:spChg>
        <pc:spChg chg="add mod">
          <ac:chgData name="Sofia Maggioni" userId="cbc1a0e6c0f97474" providerId="LiveId" clId="{7920B945-17B7-4036-A571-6042E7CB8740}" dt="2026-07-01T09:14:00.895" v="8201" actId="1037"/>
          <ac:spMkLst>
            <pc:docMk/>
            <pc:sldMk cId="2713861224" sldId="355"/>
            <ac:spMk id="23" creationId="{658002B9-F2A5-01F2-0253-9DDC23F631A6}"/>
          </ac:spMkLst>
        </pc:spChg>
        <pc:spChg chg="add mod">
          <ac:chgData name="Sofia Maggioni" userId="cbc1a0e6c0f97474" providerId="LiveId" clId="{7920B945-17B7-4036-A571-6042E7CB8740}" dt="2026-07-01T09:14:11.281" v="8271" actId="1036"/>
          <ac:spMkLst>
            <pc:docMk/>
            <pc:sldMk cId="2713861224" sldId="355"/>
            <ac:spMk id="25" creationId="{4079607A-8F79-2319-D9E7-18081AFABA13}"/>
          </ac:spMkLst>
        </pc:spChg>
        <pc:spChg chg="add del mod">
          <ac:chgData name="Sofia Maggioni" userId="cbc1a0e6c0f97474" providerId="LiveId" clId="{7920B945-17B7-4036-A571-6042E7CB8740}" dt="2026-07-01T09:50:33.387" v="8561" actId="478"/>
          <ac:spMkLst>
            <pc:docMk/>
            <pc:sldMk cId="2713861224" sldId="355"/>
            <ac:spMk id="28" creationId="{F33200DF-609D-A962-1006-C2AD2C8177DB}"/>
          </ac:spMkLst>
        </pc:spChg>
        <pc:spChg chg="add del mod">
          <ac:chgData name="Sofia Maggioni" userId="cbc1a0e6c0f97474" providerId="LiveId" clId="{7920B945-17B7-4036-A571-6042E7CB8740}" dt="2026-07-01T09:51:37.688" v="8566" actId="478"/>
          <ac:spMkLst>
            <pc:docMk/>
            <pc:sldMk cId="2713861224" sldId="355"/>
            <ac:spMk id="29" creationId="{787D4F09-FFAF-584D-E359-56F1E79EB5D8}"/>
          </ac:spMkLst>
        </pc:spChg>
        <pc:spChg chg="add del">
          <ac:chgData name="Sofia Maggioni" userId="cbc1a0e6c0f97474" providerId="LiveId" clId="{7920B945-17B7-4036-A571-6042E7CB8740}" dt="2026-07-01T09:17:55.352" v="8455" actId="22"/>
          <ac:spMkLst>
            <pc:docMk/>
            <pc:sldMk cId="2713861224" sldId="355"/>
            <ac:spMk id="31" creationId="{ECF5CB1A-DF23-3FD3-E906-BC8F9D313546}"/>
          </ac:spMkLst>
        </pc:spChg>
        <pc:spChg chg="add mod">
          <ac:chgData name="Sofia Maggioni" userId="cbc1a0e6c0f97474" providerId="LiveId" clId="{7920B945-17B7-4036-A571-6042E7CB8740}" dt="2026-07-01T09:49:34.426" v="8526" actId="1035"/>
          <ac:spMkLst>
            <pc:docMk/>
            <pc:sldMk cId="2713861224" sldId="355"/>
            <ac:spMk id="34" creationId="{B892F965-15D0-22F1-5FC1-CE3E9062D57F}"/>
          </ac:spMkLst>
        </pc:spChg>
        <pc:picChg chg="add del mod">
          <ac:chgData name="Sofia Maggioni" userId="cbc1a0e6c0f97474" providerId="LiveId" clId="{7920B945-17B7-4036-A571-6042E7CB8740}" dt="2026-07-01T09:37:52.955" v="8499" actId="478"/>
          <ac:picMkLst>
            <pc:docMk/>
            <pc:sldMk cId="2713861224" sldId="355"/>
            <ac:picMk id="6" creationId="{6B66BF71-7CFA-5675-6418-43E1863E4456}"/>
          </ac:picMkLst>
        </pc:picChg>
        <pc:picChg chg="add mod modCrop">
          <ac:chgData name="Sofia Maggioni" userId="cbc1a0e6c0f97474" providerId="LiveId" clId="{7920B945-17B7-4036-A571-6042E7CB8740}" dt="2026-07-01T09:37:57.538" v="8512" actId="1036"/>
          <ac:picMkLst>
            <pc:docMk/>
            <pc:sldMk cId="2713861224" sldId="355"/>
            <ac:picMk id="33" creationId="{6A0349FA-4AC8-553A-BD67-52FF84C9AF82}"/>
          </ac:picMkLst>
        </pc:picChg>
        <pc:cxnChg chg="add del mod">
          <ac:chgData name="Sofia Maggioni" userId="cbc1a0e6c0f97474" providerId="LiveId" clId="{7920B945-17B7-4036-A571-6042E7CB8740}" dt="2026-07-01T09:50:24.982" v="8559" actId="478"/>
          <ac:cxnSpMkLst>
            <pc:docMk/>
            <pc:sldMk cId="2713861224" sldId="355"/>
            <ac:cxnSpMk id="9" creationId="{A9D5F331-5463-2E14-1050-99844D70265B}"/>
          </ac:cxnSpMkLst>
        </pc:cxnChg>
        <pc:cxnChg chg="add mod ord">
          <ac:chgData name="Sofia Maggioni" userId="cbc1a0e6c0f97474" providerId="LiveId" clId="{7920B945-17B7-4036-A571-6042E7CB8740}" dt="2026-07-01T09:50:21.346" v="8558" actId="1076"/>
          <ac:cxnSpMkLst>
            <pc:docMk/>
            <pc:sldMk cId="2713861224" sldId="355"/>
            <ac:cxnSpMk id="26" creationId="{A14B5A4A-0958-EEF3-E3A2-17DAC58AFCF7}"/>
          </ac:cxnSpMkLst>
        </pc:cxnChg>
        <pc:cxnChg chg="add del mod">
          <ac:chgData name="Sofia Maggioni" userId="cbc1a0e6c0f97474" providerId="LiveId" clId="{7920B945-17B7-4036-A571-6042E7CB8740}" dt="2026-07-01T09:50:27.289" v="8560" actId="478"/>
          <ac:cxnSpMkLst>
            <pc:docMk/>
            <pc:sldMk cId="2713861224" sldId="355"/>
            <ac:cxnSpMk id="27" creationId="{A3D843A2-9838-61FB-7587-83EBC2D15BEE}"/>
          </ac:cxnSpMkLst>
        </pc:cxnChg>
      </pc:sldChg>
      <pc:sldChg chg="modSp new mod">
        <pc:chgData name="Sofia Maggioni" userId="cbc1a0e6c0f97474" providerId="LiveId" clId="{7920B945-17B7-4036-A571-6042E7CB8740}" dt="2026-07-01T08:58:46.514" v="7596" actId="20577"/>
        <pc:sldMkLst>
          <pc:docMk/>
          <pc:sldMk cId="3817523834" sldId="356"/>
        </pc:sldMkLst>
        <pc:spChg chg="mod">
          <ac:chgData name="Sofia Maggioni" userId="cbc1a0e6c0f97474" providerId="LiveId" clId="{7920B945-17B7-4036-A571-6042E7CB8740}" dt="2026-07-01T08:56:22.730" v="7463" actId="20577"/>
          <ac:spMkLst>
            <pc:docMk/>
            <pc:sldMk cId="3817523834" sldId="356"/>
            <ac:spMk id="2" creationId="{90D8B448-046A-178A-10CD-A0DF2F907063}"/>
          </ac:spMkLst>
        </pc:spChg>
        <pc:spChg chg="mod">
          <ac:chgData name="Sofia Maggioni" userId="cbc1a0e6c0f97474" providerId="LiveId" clId="{7920B945-17B7-4036-A571-6042E7CB8740}" dt="2026-07-01T08:58:46.514" v="7596" actId="20577"/>
          <ac:spMkLst>
            <pc:docMk/>
            <pc:sldMk cId="3817523834" sldId="356"/>
            <ac:spMk id="3" creationId="{AE2308C7-32BC-CC9C-CEEF-2E03CE9E8431}"/>
          </ac:spMkLst>
        </pc:spChg>
      </pc:sldChg>
      <pc:sldChg chg="addSp modSp add mod">
        <pc:chgData name="Sofia Maggioni" userId="cbc1a0e6c0f97474" providerId="LiveId" clId="{7920B945-17B7-4036-A571-6042E7CB8740}" dt="2026-07-01T09:20:45.556" v="8488" actId="208"/>
        <pc:sldMkLst>
          <pc:docMk/>
          <pc:sldMk cId="3935039891" sldId="357"/>
        </pc:sldMkLst>
        <pc:spChg chg="add mod">
          <ac:chgData name="Sofia Maggioni" userId="cbc1a0e6c0f97474" providerId="LiveId" clId="{7920B945-17B7-4036-A571-6042E7CB8740}" dt="2026-07-01T09:19:50.876" v="8479" actId="14100"/>
          <ac:spMkLst>
            <pc:docMk/>
            <pc:sldMk cId="3935039891" sldId="357"/>
            <ac:spMk id="2" creationId="{B39F778B-19EE-7033-00F4-BCF3CD3B24E9}"/>
          </ac:spMkLst>
        </pc:spChg>
        <pc:spChg chg="add mod">
          <ac:chgData name="Sofia Maggioni" userId="cbc1a0e6c0f97474" providerId="LiveId" clId="{7920B945-17B7-4036-A571-6042E7CB8740}" dt="2026-07-01T09:20:45.556" v="8488" actId="208"/>
          <ac:spMkLst>
            <pc:docMk/>
            <pc:sldMk cId="3935039891" sldId="357"/>
            <ac:spMk id="3" creationId="{494FF0F4-0E78-CA63-14B4-1346C1EE3867}"/>
          </ac:spMkLst>
        </pc:spChg>
      </pc:sldChg>
      <pc:sldChg chg="addSp delSp modSp add mod">
        <pc:chgData name="Sofia Maggioni" userId="cbc1a0e6c0f97474" providerId="LiveId" clId="{7920B945-17B7-4036-A571-6042E7CB8740}" dt="2026-07-01T10:11:53.305" v="8939" actId="20577"/>
        <pc:sldMkLst>
          <pc:docMk/>
          <pc:sldMk cId="2185047519" sldId="358"/>
        </pc:sldMkLst>
        <pc:spChg chg="add mod">
          <ac:chgData name="Sofia Maggioni" userId="cbc1a0e6c0f97474" providerId="LiveId" clId="{7920B945-17B7-4036-A571-6042E7CB8740}" dt="2026-07-01T10:04:43.641" v="8641" actId="207"/>
          <ac:spMkLst>
            <pc:docMk/>
            <pc:sldMk cId="2185047519" sldId="358"/>
            <ac:spMk id="4" creationId="{113A53DD-2FDF-083E-E731-AB327BF68050}"/>
          </ac:spMkLst>
        </pc:spChg>
        <pc:spChg chg="add mod">
          <ac:chgData name="Sofia Maggioni" userId="cbc1a0e6c0f97474" providerId="LiveId" clId="{7920B945-17B7-4036-A571-6042E7CB8740}" dt="2026-07-01T10:06:07.082" v="8733" actId="20577"/>
          <ac:spMkLst>
            <pc:docMk/>
            <pc:sldMk cId="2185047519" sldId="358"/>
            <ac:spMk id="9" creationId="{01F43B44-E951-24FC-C56D-9C59CBB16FE9}"/>
          </ac:spMkLst>
        </pc:spChg>
        <pc:spChg chg="mod ord">
          <ac:chgData name="Sofia Maggioni" userId="cbc1a0e6c0f97474" providerId="LiveId" clId="{7920B945-17B7-4036-A571-6042E7CB8740}" dt="2026-07-01T10:03:10.508" v="8626" actId="1076"/>
          <ac:spMkLst>
            <pc:docMk/>
            <pc:sldMk cId="2185047519" sldId="358"/>
            <ac:spMk id="10" creationId="{9C0A96A3-B81E-BE4B-CFBB-47EAB12F3178}"/>
          </ac:spMkLst>
        </pc:spChg>
        <pc:spChg chg="del">
          <ac:chgData name="Sofia Maggioni" userId="cbc1a0e6c0f97474" providerId="LiveId" clId="{7920B945-17B7-4036-A571-6042E7CB8740}" dt="2026-07-01T10:02:25.269" v="8582" actId="478"/>
          <ac:spMkLst>
            <pc:docMk/>
            <pc:sldMk cId="2185047519" sldId="358"/>
            <ac:spMk id="15" creationId="{C3100FA2-FCBB-04BA-CAA4-503C5934242D}"/>
          </ac:spMkLst>
        </pc:spChg>
        <pc:spChg chg="add mod">
          <ac:chgData name="Sofia Maggioni" userId="cbc1a0e6c0f97474" providerId="LiveId" clId="{7920B945-17B7-4036-A571-6042E7CB8740}" dt="2026-07-01T10:07:39.260" v="8824" actId="1038"/>
          <ac:spMkLst>
            <pc:docMk/>
            <pc:sldMk cId="2185047519" sldId="358"/>
            <ac:spMk id="20" creationId="{9028A880-4BF4-17FF-6B18-85D710B18FC7}"/>
          </ac:spMkLst>
        </pc:spChg>
        <pc:spChg chg="del">
          <ac:chgData name="Sofia Maggioni" userId="cbc1a0e6c0f97474" providerId="LiveId" clId="{7920B945-17B7-4036-A571-6042E7CB8740}" dt="2026-07-01T10:02:27.814" v="8583" actId="478"/>
          <ac:spMkLst>
            <pc:docMk/>
            <pc:sldMk cId="2185047519" sldId="358"/>
            <ac:spMk id="21" creationId="{F542CF40-A912-3A7F-58E7-C952EBDD9754}"/>
          </ac:spMkLst>
        </pc:spChg>
        <pc:spChg chg="add mod">
          <ac:chgData name="Sofia Maggioni" userId="cbc1a0e6c0f97474" providerId="LiveId" clId="{7920B945-17B7-4036-A571-6042E7CB8740}" dt="2026-07-01T10:07:47.512" v="8830" actId="20577"/>
          <ac:spMkLst>
            <pc:docMk/>
            <pc:sldMk cId="2185047519" sldId="358"/>
            <ac:spMk id="24" creationId="{BAA8B4B0-3181-81E8-A196-1A3ACC78F12A}"/>
          </ac:spMkLst>
        </pc:spChg>
        <pc:spChg chg="add mod">
          <ac:chgData name="Sofia Maggioni" userId="cbc1a0e6c0f97474" providerId="LiveId" clId="{7920B945-17B7-4036-A571-6042E7CB8740}" dt="2026-07-01T10:08:39.959" v="8834" actId="208"/>
          <ac:spMkLst>
            <pc:docMk/>
            <pc:sldMk cId="2185047519" sldId="358"/>
            <ac:spMk id="27" creationId="{3252FA50-6C8F-820A-1E3C-9035543BD19B}"/>
          </ac:spMkLst>
        </pc:spChg>
        <pc:spChg chg="add mod">
          <ac:chgData name="Sofia Maggioni" userId="cbc1a0e6c0f97474" providerId="LiveId" clId="{7920B945-17B7-4036-A571-6042E7CB8740}" dt="2026-07-01T10:10:05.042" v="8879" actId="20577"/>
          <ac:spMkLst>
            <pc:docMk/>
            <pc:sldMk cId="2185047519" sldId="358"/>
            <ac:spMk id="31" creationId="{3B949F91-A70C-78FE-B9B0-48A4C009449C}"/>
          </ac:spMkLst>
        </pc:spChg>
        <pc:spChg chg="add mod">
          <ac:chgData name="Sofia Maggioni" userId="cbc1a0e6c0f97474" providerId="LiveId" clId="{7920B945-17B7-4036-A571-6042E7CB8740}" dt="2026-07-01T10:11:53.305" v="8939" actId="20577"/>
          <ac:spMkLst>
            <pc:docMk/>
            <pc:sldMk cId="2185047519" sldId="358"/>
            <ac:spMk id="37" creationId="{FCE98D5C-0361-1C40-C6D1-808C545C285A}"/>
          </ac:spMkLst>
        </pc:spChg>
        <pc:picChg chg="add mod modCrop">
          <ac:chgData name="Sofia Maggioni" userId="cbc1a0e6c0f97474" providerId="LiveId" clId="{7920B945-17B7-4036-A571-6042E7CB8740}" dt="2026-07-01T10:02:38.135" v="8585" actId="14100"/>
          <ac:picMkLst>
            <pc:docMk/>
            <pc:sldMk cId="2185047519" sldId="358"/>
            <ac:picMk id="3" creationId="{C384FC25-0CEF-2B65-5CC7-F530D56D3DE3}"/>
          </ac:picMkLst>
        </pc:picChg>
        <pc:picChg chg="del">
          <ac:chgData name="Sofia Maggioni" userId="cbc1a0e6c0f97474" providerId="LiveId" clId="{7920B945-17B7-4036-A571-6042E7CB8740}" dt="2026-07-01T10:02:23.383" v="8581" actId="478"/>
          <ac:picMkLst>
            <pc:docMk/>
            <pc:sldMk cId="2185047519" sldId="358"/>
            <ac:picMk id="33" creationId="{6284048A-C1B6-5A1D-31D9-61A5A02B4519}"/>
          </ac:picMkLst>
        </pc:picChg>
        <pc:cxnChg chg="add mod">
          <ac:chgData name="Sofia Maggioni" userId="cbc1a0e6c0f97474" providerId="LiveId" clId="{7920B945-17B7-4036-A571-6042E7CB8740}" dt="2026-07-01T10:05:06.345" v="8646" actId="208"/>
          <ac:cxnSpMkLst>
            <pc:docMk/>
            <pc:sldMk cId="2185047519" sldId="358"/>
            <ac:cxnSpMk id="6" creationId="{7CE63D51-3E80-D93F-B111-1082710903C3}"/>
          </ac:cxnSpMkLst>
        </pc:cxnChg>
        <pc:cxnChg chg="add mod">
          <ac:chgData name="Sofia Maggioni" userId="cbc1a0e6c0f97474" providerId="LiveId" clId="{7920B945-17B7-4036-A571-6042E7CB8740}" dt="2026-07-01T10:06:51.914" v="8735" actId="208"/>
          <ac:cxnSpMkLst>
            <pc:docMk/>
            <pc:sldMk cId="2185047519" sldId="358"/>
            <ac:cxnSpMk id="12" creationId="{4B258439-9D92-8072-3DAE-D7B9F522997F}"/>
          </ac:cxnSpMkLst>
        </pc:cxnChg>
        <pc:cxnChg chg="add mod">
          <ac:chgData name="Sofia Maggioni" userId="cbc1a0e6c0f97474" providerId="LiveId" clId="{7920B945-17B7-4036-A571-6042E7CB8740}" dt="2026-07-01T10:07:05.110" v="8737" actId="208"/>
          <ac:cxnSpMkLst>
            <pc:docMk/>
            <pc:sldMk cId="2185047519" sldId="358"/>
            <ac:cxnSpMk id="16" creationId="{F4A85E37-1E60-ECAF-C4D0-C8B88F2655A8}"/>
          </ac:cxnSpMkLst>
        </pc:cxnChg>
        <pc:cxnChg chg="del mod">
          <ac:chgData name="Sofia Maggioni" userId="cbc1a0e6c0f97474" providerId="LiveId" clId="{7920B945-17B7-4036-A571-6042E7CB8740}" dt="2026-07-01T10:05:44.246" v="8721" actId="478"/>
          <ac:cxnSpMkLst>
            <pc:docMk/>
            <pc:sldMk cId="2185047519" sldId="358"/>
            <ac:cxnSpMk id="26" creationId="{71FECD65-0C9D-9ADA-70BD-8DE4CA69EF22}"/>
          </ac:cxnSpMkLst>
        </pc:cxnChg>
        <pc:cxnChg chg="add mod">
          <ac:chgData name="Sofia Maggioni" userId="cbc1a0e6c0f97474" providerId="LiveId" clId="{7920B945-17B7-4036-A571-6042E7CB8740}" dt="2026-07-01T10:09:00.109" v="8836" actId="208"/>
          <ac:cxnSpMkLst>
            <pc:docMk/>
            <pc:sldMk cId="2185047519" sldId="358"/>
            <ac:cxnSpMk id="29" creationId="{72FBB692-BB63-729D-914D-962B2F7C5AF0}"/>
          </ac:cxnSpMkLst>
        </pc:cxnChg>
        <pc:cxnChg chg="add mod">
          <ac:chgData name="Sofia Maggioni" userId="cbc1a0e6c0f97474" providerId="LiveId" clId="{7920B945-17B7-4036-A571-6042E7CB8740}" dt="2026-07-01T10:10:48.644" v="8881" actId="208"/>
          <ac:cxnSpMkLst>
            <pc:docMk/>
            <pc:sldMk cId="2185047519" sldId="358"/>
            <ac:cxnSpMk id="35" creationId="{8D49EA46-1368-C136-4B77-369455C55D44}"/>
          </ac:cxnSpMkLst>
        </pc:cxnChg>
      </pc:sldChg>
      <pc:sldChg chg="addSp delSp modSp add mod">
        <pc:chgData name="Sofia Maggioni" userId="cbc1a0e6c0f97474" providerId="LiveId" clId="{7920B945-17B7-4036-A571-6042E7CB8740}" dt="2026-07-01T13:55:15.362" v="10113" actId="255"/>
        <pc:sldMkLst>
          <pc:docMk/>
          <pc:sldMk cId="488734734" sldId="359"/>
        </pc:sldMkLst>
        <pc:spChg chg="mod ord">
          <ac:chgData name="Sofia Maggioni" userId="cbc1a0e6c0f97474" providerId="LiveId" clId="{7920B945-17B7-4036-A571-6042E7CB8740}" dt="2026-07-01T10:21:44.032" v="8987" actId="1076"/>
          <ac:spMkLst>
            <pc:docMk/>
            <pc:sldMk cId="488734734" sldId="359"/>
            <ac:spMk id="4" creationId="{69AC3BB3-73DA-0B4A-617B-C5E07700BE4F}"/>
          </ac:spMkLst>
        </pc:spChg>
        <pc:spChg chg="del">
          <ac:chgData name="Sofia Maggioni" userId="cbc1a0e6c0f97474" providerId="LiveId" clId="{7920B945-17B7-4036-A571-6042E7CB8740}" dt="2026-07-01T10:18:21.624" v="8965" actId="478"/>
          <ac:spMkLst>
            <pc:docMk/>
            <pc:sldMk cId="488734734" sldId="359"/>
            <ac:spMk id="7" creationId="{4BA82BA3-AED1-7088-DC3B-A51D2FE25AAB}"/>
          </ac:spMkLst>
        </pc:spChg>
        <pc:spChg chg="add del mod">
          <ac:chgData name="Sofia Maggioni" userId="cbc1a0e6c0f97474" providerId="LiveId" clId="{7920B945-17B7-4036-A571-6042E7CB8740}" dt="2026-07-01T10:20:27.891" v="8974" actId="478"/>
          <ac:spMkLst>
            <pc:docMk/>
            <pc:sldMk cId="488734734" sldId="359"/>
            <ac:spMk id="8" creationId="{90FE3A6A-21A5-8964-D912-E87C46F04BC6}"/>
          </ac:spMkLst>
        </pc:spChg>
        <pc:spChg chg="del mod">
          <ac:chgData name="Sofia Maggioni" userId="cbc1a0e6c0f97474" providerId="LiveId" clId="{7920B945-17B7-4036-A571-6042E7CB8740}" dt="2026-07-01T10:27:17.816" v="9006" actId="478"/>
          <ac:spMkLst>
            <pc:docMk/>
            <pc:sldMk cId="488734734" sldId="359"/>
            <ac:spMk id="9" creationId="{0CDC13E2-B34E-E5F3-9EB6-5F2D576DA582}"/>
          </ac:spMkLst>
        </pc:spChg>
        <pc:spChg chg="del">
          <ac:chgData name="Sofia Maggioni" userId="cbc1a0e6c0f97474" providerId="LiveId" clId="{7920B945-17B7-4036-A571-6042E7CB8740}" dt="2026-07-01T10:12:45.811" v="8953" actId="478"/>
          <ac:spMkLst>
            <pc:docMk/>
            <pc:sldMk cId="488734734" sldId="359"/>
            <ac:spMk id="10" creationId="{331FAE5C-BA22-8C92-CEE1-A855C016AA07}"/>
          </ac:spMkLst>
        </pc:spChg>
        <pc:spChg chg="del">
          <ac:chgData name="Sofia Maggioni" userId="cbc1a0e6c0f97474" providerId="LiveId" clId="{7920B945-17B7-4036-A571-6042E7CB8740}" dt="2026-07-01T10:18:20.320" v="8964" actId="478"/>
          <ac:spMkLst>
            <pc:docMk/>
            <pc:sldMk cId="488734734" sldId="359"/>
            <ac:spMk id="13" creationId="{E6B666E8-B8B7-80FF-58E6-6345BDEED136}"/>
          </ac:spMkLst>
        </pc:spChg>
        <pc:spChg chg="add mod">
          <ac:chgData name="Sofia Maggioni" userId="cbc1a0e6c0f97474" providerId="LiveId" clId="{7920B945-17B7-4036-A571-6042E7CB8740}" dt="2026-07-01T10:21:48.167" v="8988" actId="1076"/>
          <ac:spMkLst>
            <pc:docMk/>
            <pc:sldMk cId="488734734" sldId="359"/>
            <ac:spMk id="14" creationId="{6BD19CF9-0E41-C1CC-FAC3-A8B89034F73C}"/>
          </ac:spMkLst>
        </pc:spChg>
        <pc:spChg chg="del">
          <ac:chgData name="Sofia Maggioni" userId="cbc1a0e6c0f97474" providerId="LiveId" clId="{7920B945-17B7-4036-A571-6042E7CB8740}" dt="2026-07-01T10:18:19.084" v="8963" actId="478"/>
          <ac:spMkLst>
            <pc:docMk/>
            <pc:sldMk cId="488734734" sldId="359"/>
            <ac:spMk id="17" creationId="{2B071F36-1FCB-8746-BA23-024722C4A52E}"/>
          </ac:spMkLst>
        </pc:spChg>
        <pc:spChg chg="add mod">
          <ac:chgData name="Sofia Maggioni" userId="cbc1a0e6c0f97474" providerId="LiveId" clId="{7920B945-17B7-4036-A571-6042E7CB8740}" dt="2026-07-01T10:22:02.161" v="8994" actId="1038"/>
          <ac:spMkLst>
            <pc:docMk/>
            <pc:sldMk cId="488734734" sldId="359"/>
            <ac:spMk id="18" creationId="{CD2A58B2-CF5C-85D0-71C0-4FFF11635818}"/>
          </ac:spMkLst>
        </pc:spChg>
        <pc:spChg chg="del">
          <ac:chgData name="Sofia Maggioni" userId="cbc1a0e6c0f97474" providerId="LiveId" clId="{7920B945-17B7-4036-A571-6042E7CB8740}" dt="2026-07-01T10:18:26.647" v="8968" actId="478"/>
          <ac:spMkLst>
            <pc:docMk/>
            <pc:sldMk cId="488734734" sldId="359"/>
            <ac:spMk id="19" creationId="{6EE5A9B9-8804-5906-9220-6B32377AAA37}"/>
          </ac:spMkLst>
        </pc:spChg>
        <pc:spChg chg="del">
          <ac:chgData name="Sofia Maggioni" userId="cbc1a0e6c0f97474" providerId="LiveId" clId="{7920B945-17B7-4036-A571-6042E7CB8740}" dt="2026-07-01T10:12:43.332" v="8952" actId="478"/>
          <ac:spMkLst>
            <pc:docMk/>
            <pc:sldMk cId="488734734" sldId="359"/>
            <ac:spMk id="20" creationId="{2EEF54EA-6889-9AF3-5BBA-F121BEC619DA}"/>
          </ac:spMkLst>
        </pc:spChg>
        <pc:spChg chg="add mod">
          <ac:chgData name="Sofia Maggioni" userId="cbc1a0e6c0f97474" providerId="LiveId" clId="{7920B945-17B7-4036-A571-6042E7CB8740}" dt="2026-07-01T10:20:57.074" v="8980" actId="1076"/>
          <ac:spMkLst>
            <pc:docMk/>
            <pc:sldMk cId="488734734" sldId="359"/>
            <ac:spMk id="22" creationId="{D1B9AB3F-1C2D-9FCE-CD3D-D1BBD635EEF4}"/>
          </ac:spMkLst>
        </pc:spChg>
        <pc:spChg chg="del">
          <ac:chgData name="Sofia Maggioni" userId="cbc1a0e6c0f97474" providerId="LiveId" clId="{7920B945-17B7-4036-A571-6042E7CB8740}" dt="2026-07-01T10:18:23.126" v="8966" actId="478"/>
          <ac:spMkLst>
            <pc:docMk/>
            <pc:sldMk cId="488734734" sldId="359"/>
            <ac:spMk id="23" creationId="{700C52D9-D5C6-1EB6-C77C-475690BAA31E}"/>
          </ac:spMkLst>
        </pc:spChg>
        <pc:spChg chg="del">
          <ac:chgData name="Sofia Maggioni" userId="cbc1a0e6c0f97474" providerId="LiveId" clId="{7920B945-17B7-4036-A571-6042E7CB8740}" dt="2026-07-01T10:12:37.901" v="8950" actId="478"/>
          <ac:spMkLst>
            <pc:docMk/>
            <pc:sldMk cId="488734734" sldId="359"/>
            <ac:spMk id="24" creationId="{F1F27946-0450-984B-19B9-ECFF3E6CBF28}"/>
          </ac:spMkLst>
        </pc:spChg>
        <pc:spChg chg="del">
          <ac:chgData name="Sofia Maggioni" userId="cbc1a0e6c0f97474" providerId="LiveId" clId="{7920B945-17B7-4036-A571-6042E7CB8740}" dt="2026-07-01T10:18:24.425" v="8967" actId="478"/>
          <ac:spMkLst>
            <pc:docMk/>
            <pc:sldMk cId="488734734" sldId="359"/>
            <ac:spMk id="25" creationId="{6DC4ACD1-2A6C-1530-3167-A89F5EC6A24E}"/>
          </ac:spMkLst>
        </pc:spChg>
        <pc:spChg chg="add mod">
          <ac:chgData name="Sofia Maggioni" userId="cbc1a0e6c0f97474" providerId="LiveId" clId="{7920B945-17B7-4036-A571-6042E7CB8740}" dt="2026-07-01T13:54:36.218" v="10037" actId="208"/>
          <ac:spMkLst>
            <pc:docMk/>
            <pc:sldMk cId="488734734" sldId="359"/>
            <ac:spMk id="26" creationId="{A2B9F468-DBD1-BC86-D5C7-0E2F402AAF64}"/>
          </ac:spMkLst>
        </pc:spChg>
        <pc:spChg chg="del mod">
          <ac:chgData name="Sofia Maggioni" userId="cbc1a0e6c0f97474" providerId="LiveId" clId="{7920B945-17B7-4036-A571-6042E7CB8740}" dt="2026-07-01T10:27:16.439" v="9005" actId="478"/>
          <ac:spMkLst>
            <pc:docMk/>
            <pc:sldMk cId="488734734" sldId="359"/>
            <ac:spMk id="27" creationId="{CA622116-5B72-33AD-7DA5-69908AA2C6C0}"/>
          </ac:spMkLst>
        </pc:spChg>
        <pc:spChg chg="add mod">
          <ac:chgData name="Sofia Maggioni" userId="cbc1a0e6c0f97474" providerId="LiveId" clId="{7920B945-17B7-4036-A571-6042E7CB8740}" dt="2026-07-01T13:55:15.362" v="10113" actId="255"/>
          <ac:spMkLst>
            <pc:docMk/>
            <pc:sldMk cId="488734734" sldId="359"/>
            <ac:spMk id="28" creationId="{725C8912-7137-78FA-B129-D0160234637D}"/>
          </ac:spMkLst>
        </pc:spChg>
        <pc:spChg chg="del">
          <ac:chgData name="Sofia Maggioni" userId="cbc1a0e6c0f97474" providerId="LiveId" clId="{7920B945-17B7-4036-A571-6042E7CB8740}" dt="2026-07-01T10:12:40.135" v="8951" actId="478"/>
          <ac:spMkLst>
            <pc:docMk/>
            <pc:sldMk cId="488734734" sldId="359"/>
            <ac:spMk id="31" creationId="{92544DBE-682E-E98A-7E41-73AD4D7F40DC}"/>
          </ac:spMkLst>
        </pc:spChg>
        <pc:spChg chg="del">
          <ac:chgData name="Sofia Maggioni" userId="cbc1a0e6c0f97474" providerId="LiveId" clId="{7920B945-17B7-4036-A571-6042E7CB8740}" dt="2026-07-01T10:18:17.748" v="8962" actId="478"/>
          <ac:spMkLst>
            <pc:docMk/>
            <pc:sldMk cId="488734734" sldId="359"/>
            <ac:spMk id="34" creationId="{5472C190-7769-C0D4-A799-3195C2545015}"/>
          </ac:spMkLst>
        </pc:spChg>
        <pc:spChg chg="del">
          <ac:chgData name="Sofia Maggioni" userId="cbc1a0e6c0f97474" providerId="LiveId" clId="{7920B945-17B7-4036-A571-6042E7CB8740}" dt="2026-07-01T10:12:15.165" v="8941" actId="478"/>
          <ac:spMkLst>
            <pc:docMk/>
            <pc:sldMk cId="488734734" sldId="359"/>
            <ac:spMk id="37" creationId="{47C6A873-62C0-E139-E890-BA592D26F00D}"/>
          </ac:spMkLst>
        </pc:spChg>
        <pc:picChg chg="del">
          <ac:chgData name="Sofia Maggioni" userId="cbc1a0e6c0f97474" providerId="LiveId" clId="{7920B945-17B7-4036-A571-6042E7CB8740}" dt="2026-07-01T10:18:15.727" v="8961" actId="478"/>
          <ac:picMkLst>
            <pc:docMk/>
            <pc:sldMk cId="488734734" sldId="359"/>
            <ac:picMk id="3" creationId="{0D207600-5900-195C-90CB-93DFDA4003C3}"/>
          </ac:picMkLst>
        </pc:picChg>
        <pc:picChg chg="add mod modCrop">
          <ac:chgData name="Sofia Maggioni" userId="cbc1a0e6c0f97474" providerId="LiveId" clId="{7920B945-17B7-4036-A571-6042E7CB8740}" dt="2026-07-01T10:18:36.558" v="8970" actId="14100"/>
          <ac:picMkLst>
            <pc:docMk/>
            <pc:sldMk cId="488734734" sldId="359"/>
            <ac:picMk id="5" creationId="{26557C92-7C93-2B4E-2D88-B064A4930E25}"/>
          </ac:picMkLst>
        </pc:picChg>
        <pc:cxnChg chg="del">
          <ac:chgData name="Sofia Maggioni" userId="cbc1a0e6c0f97474" providerId="LiveId" clId="{7920B945-17B7-4036-A571-6042E7CB8740}" dt="2026-07-01T10:12:26.092" v="8946" actId="478"/>
          <ac:cxnSpMkLst>
            <pc:docMk/>
            <pc:sldMk cId="488734734" sldId="359"/>
            <ac:cxnSpMk id="6" creationId="{11B9151B-4166-A45F-1013-E6F2933E7248}"/>
          </ac:cxnSpMkLst>
        </pc:cxnChg>
        <pc:cxnChg chg="del">
          <ac:chgData name="Sofia Maggioni" userId="cbc1a0e6c0f97474" providerId="LiveId" clId="{7920B945-17B7-4036-A571-6042E7CB8740}" dt="2026-07-01T10:12:20.117" v="8943" actId="478"/>
          <ac:cxnSpMkLst>
            <pc:docMk/>
            <pc:sldMk cId="488734734" sldId="359"/>
            <ac:cxnSpMk id="12" creationId="{B5ACBF3A-0C73-1029-AC27-B8E9340DBCFD}"/>
          </ac:cxnSpMkLst>
        </pc:cxnChg>
        <pc:cxnChg chg="del">
          <ac:chgData name="Sofia Maggioni" userId="cbc1a0e6c0f97474" providerId="LiveId" clId="{7920B945-17B7-4036-A571-6042E7CB8740}" dt="2026-07-01T10:12:23.831" v="8945" actId="478"/>
          <ac:cxnSpMkLst>
            <pc:docMk/>
            <pc:sldMk cId="488734734" sldId="359"/>
            <ac:cxnSpMk id="16" creationId="{777808C4-E207-7FA8-42C5-60F4EFB119AF}"/>
          </ac:cxnSpMkLst>
        </pc:cxnChg>
        <pc:cxnChg chg="del">
          <ac:chgData name="Sofia Maggioni" userId="cbc1a0e6c0f97474" providerId="LiveId" clId="{7920B945-17B7-4036-A571-6042E7CB8740}" dt="2026-07-01T10:12:22.107" v="8944" actId="478"/>
          <ac:cxnSpMkLst>
            <pc:docMk/>
            <pc:sldMk cId="488734734" sldId="359"/>
            <ac:cxnSpMk id="29" creationId="{F5C487E7-1A51-F359-90C7-69DB1B49D782}"/>
          </ac:cxnSpMkLst>
        </pc:cxnChg>
        <pc:cxnChg chg="del">
          <ac:chgData name="Sofia Maggioni" userId="cbc1a0e6c0f97474" providerId="LiveId" clId="{7920B945-17B7-4036-A571-6042E7CB8740}" dt="2026-07-01T10:12:17.481" v="8942" actId="478"/>
          <ac:cxnSpMkLst>
            <pc:docMk/>
            <pc:sldMk cId="488734734" sldId="359"/>
            <ac:cxnSpMk id="35" creationId="{4B8DA5C7-42E7-692F-EFD7-200631C00AFF}"/>
          </ac:cxnSpMkLst>
        </pc:cxnChg>
      </pc:sldChg>
      <pc:sldChg chg="addSp delSp modSp new mod">
        <pc:chgData name="Sofia Maggioni" userId="cbc1a0e6c0f97474" providerId="LiveId" clId="{7920B945-17B7-4036-A571-6042E7CB8740}" dt="2026-07-01T10:28:52.126" v="9038"/>
        <pc:sldMkLst>
          <pc:docMk/>
          <pc:sldMk cId="2169776941" sldId="360"/>
        </pc:sldMkLst>
        <pc:spChg chg="del">
          <ac:chgData name="Sofia Maggioni" userId="cbc1a0e6c0f97474" providerId="LiveId" clId="{7920B945-17B7-4036-A571-6042E7CB8740}" dt="2026-07-01T10:26:36.457" v="8997" actId="478"/>
          <ac:spMkLst>
            <pc:docMk/>
            <pc:sldMk cId="2169776941" sldId="360"/>
            <ac:spMk id="2" creationId="{430998A6-4E28-6CCE-1A51-D346E825931C}"/>
          </ac:spMkLst>
        </pc:spChg>
        <pc:spChg chg="del">
          <ac:chgData name="Sofia Maggioni" userId="cbc1a0e6c0f97474" providerId="LiveId" clId="{7920B945-17B7-4036-A571-6042E7CB8740}" dt="2026-07-01T10:26:33.600" v="8996" actId="478"/>
          <ac:spMkLst>
            <pc:docMk/>
            <pc:sldMk cId="2169776941" sldId="360"/>
            <ac:spMk id="3" creationId="{009A094C-CAD0-E029-FCFA-81DDAADC1384}"/>
          </ac:spMkLst>
        </pc:spChg>
        <pc:spChg chg="add mod">
          <ac:chgData name="Sofia Maggioni" userId="cbc1a0e6c0f97474" providerId="LiveId" clId="{7920B945-17B7-4036-A571-6042E7CB8740}" dt="2026-07-01T10:27:52.285" v="9017" actId="1038"/>
          <ac:spMkLst>
            <pc:docMk/>
            <pc:sldMk cId="2169776941" sldId="360"/>
            <ac:spMk id="6" creationId="{0ED4F7B4-E166-2974-8706-8C35890C937A}"/>
          </ac:spMkLst>
        </pc:spChg>
        <pc:spChg chg="add del mod">
          <ac:chgData name="Sofia Maggioni" userId="cbc1a0e6c0f97474" providerId="LiveId" clId="{7920B945-17B7-4036-A571-6042E7CB8740}" dt="2026-07-01T10:28:52.126" v="9038"/>
          <ac:spMkLst>
            <pc:docMk/>
            <pc:sldMk cId="2169776941" sldId="360"/>
            <ac:spMk id="9" creationId="{466E3AC7-02F4-3ADE-02F9-3D99EDE9983C}"/>
          </ac:spMkLst>
        </pc:spChg>
        <pc:spChg chg="add mod">
          <ac:chgData name="Sofia Maggioni" userId="cbc1a0e6c0f97474" providerId="LiveId" clId="{7920B945-17B7-4036-A571-6042E7CB8740}" dt="2026-07-01T10:28:41.405" v="9024" actId="1076"/>
          <ac:spMkLst>
            <pc:docMk/>
            <pc:sldMk cId="2169776941" sldId="360"/>
            <ac:spMk id="11" creationId="{373EDA09-E20C-761A-45E0-EF8B0D0233EB}"/>
          </ac:spMkLst>
        </pc:spChg>
        <pc:picChg chg="add mod">
          <ac:chgData name="Sofia Maggioni" userId="cbc1a0e6c0f97474" providerId="LiveId" clId="{7920B945-17B7-4036-A571-6042E7CB8740}" dt="2026-07-01T10:27:04.396" v="9002" actId="1076"/>
          <ac:picMkLst>
            <pc:docMk/>
            <pc:sldMk cId="2169776941" sldId="360"/>
            <ac:picMk id="5" creationId="{7CCB7165-3865-D5EF-D647-82F6C4824979}"/>
          </ac:picMkLst>
        </pc:picChg>
        <pc:cxnChg chg="add mod">
          <ac:chgData name="Sofia Maggioni" userId="cbc1a0e6c0f97474" providerId="LiveId" clId="{7920B945-17B7-4036-A571-6042E7CB8740}" dt="2026-07-01T10:28:50.872" v="9036" actId="14100"/>
          <ac:cxnSpMkLst>
            <pc:docMk/>
            <pc:sldMk cId="2169776941" sldId="360"/>
            <ac:cxnSpMk id="8" creationId="{A41D5E41-ABCF-9065-0AA6-5D8564F1D775}"/>
          </ac:cxnSpMkLst>
        </pc:cxnChg>
      </pc:sldChg>
      <pc:sldChg chg="addSp delSp modSp new mod">
        <pc:chgData name="Sofia Maggioni" userId="cbc1a0e6c0f97474" providerId="LiveId" clId="{7920B945-17B7-4036-A571-6042E7CB8740}" dt="2026-07-01T13:29:25.890" v="9933" actId="1076"/>
        <pc:sldMkLst>
          <pc:docMk/>
          <pc:sldMk cId="840149055" sldId="361"/>
        </pc:sldMkLst>
        <pc:spChg chg="del">
          <ac:chgData name="Sofia Maggioni" userId="cbc1a0e6c0f97474" providerId="LiveId" clId="{7920B945-17B7-4036-A571-6042E7CB8740}" dt="2026-07-01T13:14:16.848" v="9539" actId="478"/>
          <ac:spMkLst>
            <pc:docMk/>
            <pc:sldMk cId="840149055" sldId="361"/>
            <ac:spMk id="2" creationId="{55DEAEAA-6FD3-1E88-34B5-211737FFE504}"/>
          </ac:spMkLst>
        </pc:spChg>
        <pc:spChg chg="del">
          <ac:chgData name="Sofia Maggioni" userId="cbc1a0e6c0f97474" providerId="LiveId" clId="{7920B945-17B7-4036-A571-6042E7CB8740}" dt="2026-07-01T13:14:18.609" v="9540" actId="478"/>
          <ac:spMkLst>
            <pc:docMk/>
            <pc:sldMk cId="840149055" sldId="361"/>
            <ac:spMk id="3" creationId="{75E5FACB-D87D-BB99-5B0F-5E1C788737EB}"/>
          </ac:spMkLst>
        </pc:spChg>
        <pc:spChg chg="add mod">
          <ac:chgData name="Sofia Maggioni" userId="cbc1a0e6c0f97474" providerId="LiveId" clId="{7920B945-17B7-4036-A571-6042E7CB8740}" dt="2026-07-01T13:17:41.810" v="9611" actId="1076"/>
          <ac:spMkLst>
            <pc:docMk/>
            <pc:sldMk cId="840149055" sldId="361"/>
            <ac:spMk id="9" creationId="{A9CC0B81-E149-CB34-DF0A-12DBE944BFE5}"/>
          </ac:spMkLst>
        </pc:spChg>
        <pc:spChg chg="add mod">
          <ac:chgData name="Sofia Maggioni" userId="cbc1a0e6c0f97474" providerId="LiveId" clId="{7920B945-17B7-4036-A571-6042E7CB8740}" dt="2026-07-01T13:19:27.492" v="9682" actId="1076"/>
          <ac:spMkLst>
            <pc:docMk/>
            <pc:sldMk cId="840149055" sldId="361"/>
            <ac:spMk id="13" creationId="{7A0400BB-97FE-CCA2-CEBA-DB14E87D53E1}"/>
          </ac:spMkLst>
        </pc:spChg>
        <pc:spChg chg="add mod">
          <ac:chgData name="Sofia Maggioni" userId="cbc1a0e6c0f97474" providerId="LiveId" clId="{7920B945-17B7-4036-A571-6042E7CB8740}" dt="2026-07-01T13:21:47.848" v="9727" actId="1076"/>
          <ac:spMkLst>
            <pc:docMk/>
            <pc:sldMk cId="840149055" sldId="361"/>
            <ac:spMk id="16" creationId="{7055FEAC-F9D9-2762-2453-0772C488416C}"/>
          </ac:spMkLst>
        </pc:spChg>
        <pc:spChg chg="add mod">
          <ac:chgData name="Sofia Maggioni" userId="cbc1a0e6c0f97474" providerId="LiveId" clId="{7920B945-17B7-4036-A571-6042E7CB8740}" dt="2026-07-01T13:26:48.580" v="9832" actId="14100"/>
          <ac:spMkLst>
            <pc:docMk/>
            <pc:sldMk cId="840149055" sldId="361"/>
            <ac:spMk id="50" creationId="{4D194ECA-A8A4-C6F1-F669-FD9D4DA2E815}"/>
          </ac:spMkLst>
        </pc:spChg>
        <pc:spChg chg="add mod">
          <ac:chgData name="Sofia Maggioni" userId="cbc1a0e6c0f97474" providerId="LiveId" clId="{7920B945-17B7-4036-A571-6042E7CB8740}" dt="2026-07-01T13:28:30.126" v="9912" actId="1076"/>
          <ac:spMkLst>
            <pc:docMk/>
            <pc:sldMk cId="840149055" sldId="361"/>
            <ac:spMk id="53" creationId="{08FEE4E3-C767-A881-210B-6402782F2D04}"/>
          </ac:spMkLst>
        </pc:spChg>
        <pc:spChg chg="add mod">
          <ac:chgData name="Sofia Maggioni" userId="cbc1a0e6c0f97474" providerId="LiveId" clId="{7920B945-17B7-4036-A571-6042E7CB8740}" dt="2026-07-01T13:29:25.890" v="9933" actId="1076"/>
          <ac:spMkLst>
            <pc:docMk/>
            <pc:sldMk cId="840149055" sldId="361"/>
            <ac:spMk id="54" creationId="{9BA5A283-22CD-B1D5-E6EA-4E24DC7757AB}"/>
          </ac:spMkLst>
        </pc:spChg>
        <pc:picChg chg="add mod">
          <ac:chgData name="Sofia Maggioni" userId="cbc1a0e6c0f97474" providerId="LiveId" clId="{7920B945-17B7-4036-A571-6042E7CB8740}" dt="2026-07-01T13:14:30.373" v="9545" actId="1076"/>
          <ac:picMkLst>
            <pc:docMk/>
            <pc:sldMk cId="840149055" sldId="361"/>
            <ac:picMk id="5" creationId="{CF12F6D3-7047-6A32-35C9-73428F008826}"/>
          </ac:picMkLst>
        </pc:picChg>
        <pc:cxnChg chg="add mod">
          <ac:chgData name="Sofia Maggioni" userId="cbc1a0e6c0f97474" providerId="LiveId" clId="{7920B945-17B7-4036-A571-6042E7CB8740}" dt="2026-07-01T13:15:39.140" v="9548" actId="208"/>
          <ac:cxnSpMkLst>
            <pc:docMk/>
            <pc:sldMk cId="840149055" sldId="361"/>
            <ac:cxnSpMk id="7" creationId="{7E8E4C5D-55CF-5329-8DAE-E60C07A04D02}"/>
          </ac:cxnSpMkLst>
        </pc:cxnChg>
        <pc:cxnChg chg="add mod">
          <ac:chgData name="Sofia Maggioni" userId="cbc1a0e6c0f97474" providerId="LiveId" clId="{7920B945-17B7-4036-A571-6042E7CB8740}" dt="2026-07-01T13:18:28.997" v="9614" actId="208"/>
          <ac:cxnSpMkLst>
            <pc:docMk/>
            <pc:sldMk cId="840149055" sldId="361"/>
            <ac:cxnSpMk id="11" creationId="{72F42759-F115-25C9-2A42-E3541CA212B6}"/>
          </ac:cxnSpMkLst>
        </pc:cxnChg>
        <pc:cxnChg chg="add mod">
          <ac:chgData name="Sofia Maggioni" userId="cbc1a0e6c0f97474" providerId="LiveId" clId="{7920B945-17B7-4036-A571-6042E7CB8740}" dt="2026-07-01T13:21:35.540" v="9724" actId="1076"/>
          <ac:cxnSpMkLst>
            <pc:docMk/>
            <pc:sldMk cId="840149055" sldId="361"/>
            <ac:cxnSpMk id="15" creationId="{6A58D735-807D-A151-4BFC-FF937FBA5C2E}"/>
          </ac:cxnSpMkLst>
        </pc:cxnChg>
        <pc:cxnChg chg="add mod">
          <ac:chgData name="Sofia Maggioni" userId="cbc1a0e6c0f97474" providerId="LiveId" clId="{7920B945-17B7-4036-A571-6042E7CB8740}" dt="2026-07-01T13:24:52.706" v="9798" actId="14100"/>
          <ac:cxnSpMkLst>
            <pc:docMk/>
            <pc:sldMk cId="840149055" sldId="361"/>
            <ac:cxnSpMk id="18" creationId="{C7FC8332-931D-B1BA-BEEA-0AE6E77E2DDD}"/>
          </ac:cxnSpMkLst>
        </pc:cxnChg>
        <pc:cxnChg chg="add mod">
          <ac:chgData name="Sofia Maggioni" userId="cbc1a0e6c0f97474" providerId="LiveId" clId="{7920B945-17B7-4036-A571-6042E7CB8740}" dt="2026-07-01T13:24:38.507" v="9780" actId="1036"/>
          <ac:cxnSpMkLst>
            <pc:docMk/>
            <pc:sldMk cId="840149055" sldId="361"/>
            <ac:cxnSpMk id="20" creationId="{4E822452-C0B7-9378-2A90-47A9A5B7147E}"/>
          </ac:cxnSpMkLst>
        </pc:cxnChg>
        <pc:cxnChg chg="add mod">
          <ac:chgData name="Sofia Maggioni" userId="cbc1a0e6c0f97474" providerId="LiveId" clId="{7920B945-17B7-4036-A571-6042E7CB8740}" dt="2026-07-01T13:24:27.481" v="9760" actId="1037"/>
          <ac:cxnSpMkLst>
            <pc:docMk/>
            <pc:sldMk cId="840149055" sldId="361"/>
            <ac:cxnSpMk id="22" creationId="{26C2F01B-1E24-C137-EA9D-1FEBC5DFA1CD}"/>
          </ac:cxnSpMkLst>
        </pc:cxnChg>
        <pc:cxnChg chg="add mod">
          <ac:chgData name="Sofia Maggioni" userId="cbc1a0e6c0f97474" providerId="LiveId" clId="{7920B945-17B7-4036-A571-6042E7CB8740}" dt="2026-07-01T13:22:59.124" v="9738" actId="1076"/>
          <ac:cxnSpMkLst>
            <pc:docMk/>
            <pc:sldMk cId="840149055" sldId="361"/>
            <ac:cxnSpMk id="24" creationId="{2465BBE2-8EF6-8974-B940-5731ADC75D38}"/>
          </ac:cxnSpMkLst>
        </pc:cxnChg>
        <pc:cxnChg chg="add mod">
          <ac:chgData name="Sofia Maggioni" userId="cbc1a0e6c0f97474" providerId="LiveId" clId="{7920B945-17B7-4036-A571-6042E7CB8740}" dt="2026-07-01T13:23:08.284" v="9740" actId="208"/>
          <ac:cxnSpMkLst>
            <pc:docMk/>
            <pc:sldMk cId="840149055" sldId="361"/>
            <ac:cxnSpMk id="28" creationId="{6F4ACDD3-8A71-3221-9326-0644AFF3D984}"/>
          </ac:cxnSpMkLst>
        </pc:cxnChg>
        <pc:cxnChg chg="add mod">
          <ac:chgData name="Sofia Maggioni" userId="cbc1a0e6c0f97474" providerId="LiveId" clId="{7920B945-17B7-4036-A571-6042E7CB8740}" dt="2026-07-01T13:23:16.259" v="9742" actId="208"/>
          <ac:cxnSpMkLst>
            <pc:docMk/>
            <pc:sldMk cId="840149055" sldId="361"/>
            <ac:cxnSpMk id="30" creationId="{ABB216C2-2AF3-4478-23ED-5A59ED5C68C8}"/>
          </ac:cxnSpMkLst>
        </pc:cxnChg>
        <pc:cxnChg chg="add mod">
          <ac:chgData name="Sofia Maggioni" userId="cbc1a0e6c0f97474" providerId="LiveId" clId="{7920B945-17B7-4036-A571-6042E7CB8740}" dt="2026-07-01T13:23:24.712" v="9744" actId="208"/>
          <ac:cxnSpMkLst>
            <pc:docMk/>
            <pc:sldMk cId="840149055" sldId="361"/>
            <ac:cxnSpMk id="32" creationId="{5686DF5E-9574-6C8E-146E-E27A1DBDA04B}"/>
          </ac:cxnSpMkLst>
        </pc:cxnChg>
        <pc:cxnChg chg="add mod">
          <ac:chgData name="Sofia Maggioni" userId="cbc1a0e6c0f97474" providerId="LiveId" clId="{7920B945-17B7-4036-A571-6042E7CB8740}" dt="2026-07-01T13:23:32.540" v="9746" actId="208"/>
          <ac:cxnSpMkLst>
            <pc:docMk/>
            <pc:sldMk cId="840149055" sldId="361"/>
            <ac:cxnSpMk id="34" creationId="{71A01DA0-9D94-A5B4-2141-2C29A40B1B54}"/>
          </ac:cxnSpMkLst>
        </pc:cxnChg>
        <pc:cxnChg chg="add mod">
          <ac:chgData name="Sofia Maggioni" userId="cbc1a0e6c0f97474" providerId="LiveId" clId="{7920B945-17B7-4036-A571-6042E7CB8740}" dt="2026-07-01T13:23:47.905" v="9748" actId="208"/>
          <ac:cxnSpMkLst>
            <pc:docMk/>
            <pc:sldMk cId="840149055" sldId="361"/>
            <ac:cxnSpMk id="36" creationId="{A891E9D1-D345-0393-A34B-51E7A35C7734}"/>
          </ac:cxnSpMkLst>
        </pc:cxnChg>
        <pc:cxnChg chg="add mod">
          <ac:chgData name="Sofia Maggioni" userId="cbc1a0e6c0f97474" providerId="LiveId" clId="{7920B945-17B7-4036-A571-6042E7CB8740}" dt="2026-07-01T13:23:59.781" v="9750" actId="208"/>
          <ac:cxnSpMkLst>
            <pc:docMk/>
            <pc:sldMk cId="840149055" sldId="361"/>
            <ac:cxnSpMk id="38" creationId="{2724E960-2B27-29E4-F668-1466A27A1B6D}"/>
          </ac:cxnSpMkLst>
        </pc:cxnChg>
        <pc:cxnChg chg="add mod">
          <ac:chgData name="Sofia Maggioni" userId="cbc1a0e6c0f97474" providerId="LiveId" clId="{7920B945-17B7-4036-A571-6042E7CB8740}" dt="2026-07-01T13:24:08.536" v="9752" actId="208"/>
          <ac:cxnSpMkLst>
            <pc:docMk/>
            <pc:sldMk cId="840149055" sldId="361"/>
            <ac:cxnSpMk id="40" creationId="{99F1EB1B-FD05-F84B-6973-147BF83BF9E8}"/>
          </ac:cxnSpMkLst>
        </pc:cxnChg>
        <pc:cxnChg chg="add mod">
          <ac:chgData name="Sofia Maggioni" userId="cbc1a0e6c0f97474" providerId="LiveId" clId="{7920B945-17B7-4036-A571-6042E7CB8740}" dt="2026-07-01T13:24:16.317" v="9754" actId="208"/>
          <ac:cxnSpMkLst>
            <pc:docMk/>
            <pc:sldMk cId="840149055" sldId="361"/>
            <ac:cxnSpMk id="42" creationId="{FECB4924-5F44-2A88-5A0E-A3F571361375}"/>
          </ac:cxnSpMkLst>
        </pc:cxnChg>
        <pc:cxnChg chg="add del">
          <ac:chgData name="Sofia Maggioni" userId="cbc1a0e6c0f97474" providerId="LiveId" clId="{7920B945-17B7-4036-A571-6042E7CB8740}" dt="2026-07-01T13:24:24.066" v="9756" actId="11529"/>
          <ac:cxnSpMkLst>
            <pc:docMk/>
            <pc:sldMk cId="840149055" sldId="361"/>
            <ac:cxnSpMk id="44" creationId="{2012AF1C-CB43-5E7D-C8F5-B279291BEF64}"/>
          </ac:cxnSpMkLst>
        </pc:cxnChg>
        <pc:cxnChg chg="add mod">
          <ac:chgData name="Sofia Maggioni" userId="cbc1a0e6c0f97474" providerId="LiveId" clId="{7920B945-17B7-4036-A571-6042E7CB8740}" dt="2026-07-01T13:25:10.382" v="9801" actId="14100"/>
          <ac:cxnSpMkLst>
            <pc:docMk/>
            <pc:sldMk cId="840149055" sldId="361"/>
            <ac:cxnSpMk id="47" creationId="{6A5A5009-4085-A19E-3799-6E58FD7BADB7}"/>
          </ac:cxnSpMkLst>
        </pc:cxnChg>
        <pc:cxnChg chg="add mod">
          <ac:chgData name="Sofia Maggioni" userId="cbc1a0e6c0f97474" providerId="LiveId" clId="{7920B945-17B7-4036-A571-6042E7CB8740}" dt="2026-07-01T13:27:40.810" v="9834" actId="208"/>
          <ac:cxnSpMkLst>
            <pc:docMk/>
            <pc:sldMk cId="840149055" sldId="361"/>
            <ac:cxnSpMk id="52" creationId="{CE044967-C958-10B1-963E-3DB97D72DDE4}"/>
          </ac:cxnSpMkLst>
        </pc:cxnChg>
      </pc:sldChg>
      <pc:sldChg chg="addSp delSp modSp new mod">
        <pc:chgData name="Sofia Maggioni" userId="cbc1a0e6c0f97474" providerId="LiveId" clId="{7920B945-17B7-4036-A571-6042E7CB8740}" dt="2026-07-01T13:52:58.812" v="10021" actId="1076"/>
        <pc:sldMkLst>
          <pc:docMk/>
          <pc:sldMk cId="2875427341" sldId="362"/>
        </pc:sldMkLst>
        <pc:spChg chg="del">
          <ac:chgData name="Sofia Maggioni" userId="cbc1a0e6c0f97474" providerId="LiveId" clId="{7920B945-17B7-4036-A571-6042E7CB8740}" dt="2026-07-01T13:49:58.674" v="9935" actId="478"/>
          <ac:spMkLst>
            <pc:docMk/>
            <pc:sldMk cId="2875427341" sldId="362"/>
            <ac:spMk id="2" creationId="{452FC0BF-910B-26E3-2DD2-08A97F5129BA}"/>
          </ac:spMkLst>
        </pc:spChg>
        <pc:spChg chg="del">
          <ac:chgData name="Sofia Maggioni" userId="cbc1a0e6c0f97474" providerId="LiveId" clId="{7920B945-17B7-4036-A571-6042E7CB8740}" dt="2026-07-01T13:50:00.182" v="9936" actId="478"/>
          <ac:spMkLst>
            <pc:docMk/>
            <pc:sldMk cId="2875427341" sldId="362"/>
            <ac:spMk id="3" creationId="{8256DFDB-EC9B-75D3-A3A0-DA01E89973AC}"/>
          </ac:spMkLst>
        </pc:spChg>
        <pc:spChg chg="add mod">
          <ac:chgData name="Sofia Maggioni" userId="cbc1a0e6c0f97474" providerId="LiveId" clId="{7920B945-17B7-4036-A571-6042E7CB8740}" dt="2026-07-01T13:50:50.426" v="9973" actId="255"/>
          <ac:spMkLst>
            <pc:docMk/>
            <pc:sldMk cId="2875427341" sldId="362"/>
            <ac:spMk id="8" creationId="{885BCA9E-D057-9103-C48A-CC89C31FA7BC}"/>
          </ac:spMkLst>
        </pc:spChg>
        <pc:spChg chg="add mod">
          <ac:chgData name="Sofia Maggioni" userId="cbc1a0e6c0f97474" providerId="LiveId" clId="{7920B945-17B7-4036-A571-6042E7CB8740}" dt="2026-07-01T13:52:04.511" v="9989" actId="14100"/>
          <ac:spMkLst>
            <pc:docMk/>
            <pc:sldMk cId="2875427341" sldId="362"/>
            <ac:spMk id="9" creationId="{9C8AD5A2-83AA-27BF-1395-EE3F1231972C}"/>
          </ac:spMkLst>
        </pc:spChg>
        <pc:spChg chg="add mod">
          <ac:chgData name="Sofia Maggioni" userId="cbc1a0e6c0f97474" providerId="LiveId" clId="{7920B945-17B7-4036-A571-6042E7CB8740}" dt="2026-07-01T13:52:58.812" v="10021" actId="1076"/>
          <ac:spMkLst>
            <pc:docMk/>
            <pc:sldMk cId="2875427341" sldId="362"/>
            <ac:spMk id="13" creationId="{B0DDB51D-1BD3-EBF5-1570-1C50BE01F106}"/>
          </ac:spMkLst>
        </pc:spChg>
        <pc:picChg chg="add mod">
          <ac:chgData name="Sofia Maggioni" userId="cbc1a0e6c0f97474" providerId="LiveId" clId="{7920B945-17B7-4036-A571-6042E7CB8740}" dt="2026-07-01T13:51:44.600" v="9983" actId="1076"/>
          <ac:picMkLst>
            <pc:docMk/>
            <pc:sldMk cId="2875427341" sldId="362"/>
            <ac:picMk id="5" creationId="{03033F29-2B29-B461-41DC-44619AD42FA7}"/>
          </ac:picMkLst>
        </pc:picChg>
        <pc:cxnChg chg="add mod">
          <ac:chgData name="Sofia Maggioni" userId="cbc1a0e6c0f97474" providerId="LiveId" clId="{7920B945-17B7-4036-A571-6042E7CB8740}" dt="2026-07-01T13:50:30.015" v="9941" actId="208"/>
          <ac:cxnSpMkLst>
            <pc:docMk/>
            <pc:sldMk cId="2875427341" sldId="362"/>
            <ac:cxnSpMk id="7" creationId="{E8AAB7A4-4FC7-40BC-7260-BBE2736E4F4C}"/>
          </ac:cxnSpMkLst>
        </pc:cxnChg>
        <pc:cxnChg chg="add mod">
          <ac:chgData name="Sofia Maggioni" userId="cbc1a0e6c0f97474" providerId="LiveId" clId="{7920B945-17B7-4036-A571-6042E7CB8740}" dt="2026-07-01T13:52:32.763" v="9992" actId="208"/>
          <ac:cxnSpMkLst>
            <pc:docMk/>
            <pc:sldMk cId="2875427341" sldId="362"/>
            <ac:cxnSpMk id="11" creationId="{34A1FD88-13E6-7879-0EAB-F39FEDDAC061}"/>
          </ac:cxnSpMkLst>
        </pc:cxnChg>
      </pc:sldChg>
      <pc:sldChg chg="addSp delSp modSp add mod">
        <pc:chgData name="Sofia Maggioni" userId="cbc1a0e6c0f97474" providerId="LiveId" clId="{7920B945-17B7-4036-A571-6042E7CB8740}" dt="2026-07-01T21:23:11.286" v="10690" actId="20577"/>
        <pc:sldMkLst>
          <pc:docMk/>
          <pc:sldMk cId="2419593529" sldId="363"/>
        </pc:sldMkLst>
        <pc:spChg chg="mod">
          <ac:chgData name="Sofia Maggioni" userId="cbc1a0e6c0f97474" providerId="LiveId" clId="{7920B945-17B7-4036-A571-6042E7CB8740}" dt="2026-07-01T17:32:20.438" v="10234" actId="20577"/>
          <ac:spMkLst>
            <pc:docMk/>
            <pc:sldMk cId="2419593529" sldId="363"/>
            <ac:spMk id="2" creationId="{AE03A3D5-4246-A546-AD2E-B1B76BCB2B03}"/>
          </ac:spMkLst>
        </pc:spChg>
        <pc:spChg chg="add del mod">
          <ac:chgData name="Sofia Maggioni" userId="cbc1a0e6c0f97474" providerId="LiveId" clId="{7920B945-17B7-4036-A571-6042E7CB8740}" dt="2026-07-01T21:23:11.286" v="10690" actId="20577"/>
          <ac:spMkLst>
            <pc:docMk/>
            <pc:sldMk cId="2419593529" sldId="363"/>
            <ac:spMk id="5" creationId="{FCAA85D5-455E-CD94-031B-6DAE9D7A20A0}"/>
          </ac:spMkLst>
        </pc:spChg>
        <pc:spChg chg="mod">
          <ac:chgData name="Sofia Maggioni" userId="cbc1a0e6c0f97474" providerId="LiveId" clId="{7920B945-17B7-4036-A571-6042E7CB8740}" dt="2026-07-01T17:48:09.230" v="10674" actId="20577"/>
          <ac:spMkLst>
            <pc:docMk/>
            <pc:sldMk cId="2419593529" sldId="363"/>
            <ac:spMk id="8" creationId="{900A57C6-EAAB-F40B-805D-FF2149406AB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5/8/layout/hProcess11" loCatId="process" qsTypeId="urn:microsoft.com/office/officeart/2005/8/quickstyle/simple1" qsCatId="simple" csTypeId="urn:microsoft.com/office/officeart/2005/8/colors/accent1_1" csCatId="accent1" phldr="1"/>
      <dgm:spPr/>
      <dgm:t>
        <a:bodyPr rtlCol="0"/>
        <a:lstStyle/>
        <a:p>
          <a:pPr rtl="0"/>
          <a:endParaRPr lang="en-US"/>
        </a:p>
      </dgm:t>
    </dgm:pt>
    <dgm:pt modelId="{45D50368-372D-4F79-95B9-B27BD239F0F6}">
      <dgm:prSet phldrT="[Text]" custT="1"/>
      <dgm:spPr/>
      <dgm:t>
        <a:bodyPr rtlCol="0"/>
        <a:lstStyle/>
        <a:p>
          <a:pPr marL="0" algn="ctr" rtl="0">
            <a:buNone/>
          </a:pPr>
          <a:r>
            <a:rPr lang="en-US" sz="1800" b="1" dirty="0"/>
            <a:t>Topology alone is a strong clue for induction</a:t>
          </a:r>
          <a:endParaRPr lang="it" sz="1800" b="1" dirty="0"/>
        </a:p>
      </dgm:t>
    </dgm:pt>
    <dgm:pt modelId="{CDE1A78B-2AE4-4A71-9139-416C219BC84D}" type="parTrans" cxnId="{68788A78-9180-41FF-BD09-BF4DBB52EA0D}">
      <dgm:prSet/>
      <dgm:spPr/>
      <dgm:t>
        <a:bodyPr rtlCol="0"/>
        <a:lstStyle/>
        <a:p>
          <a:pPr rtl="0"/>
          <a:endParaRPr lang="en-US"/>
        </a:p>
      </dgm:t>
    </dgm:pt>
    <dgm:pt modelId="{508ABF25-4B40-405C-9E88-248ED8B31B83}" type="sibTrans" cxnId="{68788A78-9180-41FF-BD09-BF4DBB52EA0D}">
      <dgm:prSet/>
      <dgm:spPr/>
      <dgm:t>
        <a:bodyPr rtlCol="0"/>
        <a:lstStyle/>
        <a:p>
          <a:pPr rtl="0"/>
          <a:endParaRPr lang="en-US"/>
        </a:p>
      </dgm:t>
    </dgm:pt>
    <dgm:pt modelId="{196543C5-093B-4437-B406-DBE4B882EA97}">
      <dgm:prSet phldrT="[Text]" custT="1"/>
      <dgm:spPr/>
      <dgm:t>
        <a:bodyPr rtlCol="0"/>
        <a:lstStyle/>
        <a:p>
          <a:pPr marL="0" algn="ctr" rtl="0">
            <a:buNone/>
          </a:pPr>
          <a:r>
            <a:rPr lang="en-US" sz="1800" b="1" dirty="0"/>
            <a:t>The transition from Local information to Global information</a:t>
          </a:r>
          <a:endParaRPr lang="it" sz="1800" b="1" dirty="0"/>
        </a:p>
      </dgm:t>
    </dgm:pt>
    <dgm:pt modelId="{41DE1F19-4A9F-48CD-A44E-6BF1D04E31EE}" type="parTrans" cxnId="{52499B9F-797A-43CC-89E1-64C52021BFAF}">
      <dgm:prSet/>
      <dgm:spPr/>
      <dgm:t>
        <a:bodyPr rtlCol="0"/>
        <a:lstStyle/>
        <a:p>
          <a:pPr rtl="0"/>
          <a:endParaRPr lang="en-US"/>
        </a:p>
      </dgm:t>
    </dgm:pt>
    <dgm:pt modelId="{F264F018-7FB9-43EC-B595-B986D351AD7B}" type="sibTrans" cxnId="{52499B9F-797A-43CC-89E1-64C52021BFAF}">
      <dgm:prSet/>
      <dgm:spPr/>
      <dgm:t>
        <a:bodyPr rtlCol="0"/>
        <a:lstStyle/>
        <a:p>
          <a:pPr rtl="0"/>
          <a:endParaRPr lang="en-US"/>
        </a:p>
      </dgm:t>
    </dgm:pt>
    <dgm:pt modelId="{CA2BABAF-EDAA-4496-8316-FD6EA3643E8F}">
      <dgm:prSet phldrT="[Text]" custT="1"/>
      <dgm:spPr/>
      <dgm:t>
        <a:bodyPr rtlCol="0"/>
        <a:lstStyle/>
        <a:p>
          <a:pPr marL="0" algn="ctr" rtl="0">
            <a:buNone/>
          </a:pPr>
          <a:r>
            <a:rPr lang="en-US" sz="1800" b="1" dirty="0"/>
            <a:t>Overcoming classic heuristics (The bridge to modern embeddings)</a:t>
          </a:r>
          <a:endParaRPr lang="it" sz="1800" b="1" dirty="0"/>
        </a:p>
      </dgm:t>
    </dgm:pt>
    <dgm:pt modelId="{2B1B4805-2FB7-402F-86A8-587F29181C18}" type="parTrans" cxnId="{4011B082-09BD-4DD1-A54F-EA5AB249A3C2}">
      <dgm:prSet/>
      <dgm:spPr/>
      <dgm:t>
        <a:bodyPr rtlCol="0"/>
        <a:lstStyle/>
        <a:p>
          <a:pPr rtl="0"/>
          <a:endParaRPr lang="en-US"/>
        </a:p>
      </dgm:t>
    </dgm:pt>
    <dgm:pt modelId="{4498AB02-A1BF-4D28-8918-F87A89CEE23B}" type="sibTrans" cxnId="{4011B082-09BD-4DD1-A54F-EA5AB249A3C2}">
      <dgm:prSet/>
      <dgm:spPr/>
      <dgm:t>
        <a:bodyPr rtlCol="0"/>
        <a:lstStyle/>
        <a:p>
          <a:pPr rtl="0"/>
          <a:endParaRPr lang="en-US"/>
        </a:p>
      </dgm:t>
    </dgm:pt>
    <dgm:pt modelId="{7F7D3F0A-88AE-44AB-92BC-B1AEC7CDD5CE}" type="pres">
      <dgm:prSet presAssocID="{B6A966AA-C2D0-420D-89FC-1A1AB0AD4072}" presName="Name0" presStyleCnt="0">
        <dgm:presLayoutVars>
          <dgm:dir/>
          <dgm:resizeHandles val="exact"/>
        </dgm:presLayoutVars>
      </dgm:prSet>
      <dgm:spPr/>
    </dgm:pt>
    <dgm:pt modelId="{1321859E-820F-42A1-A815-96F9E1091C18}" type="pres">
      <dgm:prSet presAssocID="{B6A966AA-C2D0-420D-89FC-1A1AB0AD4072}" presName="arrow" presStyleLbl="bgShp" presStyleIdx="0" presStyleCnt="1" custLinFactNeighborY="-815"/>
      <dgm:spPr/>
    </dgm:pt>
    <dgm:pt modelId="{0C0EFEA6-53DB-4B11-B914-678B897CA613}" type="pres">
      <dgm:prSet presAssocID="{B6A966AA-C2D0-420D-89FC-1A1AB0AD4072}" presName="points" presStyleCnt="0"/>
      <dgm:spPr/>
    </dgm:pt>
    <dgm:pt modelId="{D1F8120B-2014-4539-8DB2-DF72EA65305F}" type="pres">
      <dgm:prSet presAssocID="{45D50368-372D-4F79-95B9-B27BD239F0F6}" presName="compositeA" presStyleCnt="0"/>
      <dgm:spPr/>
    </dgm:pt>
    <dgm:pt modelId="{7103C4FE-7A4B-41EF-8814-669D0064B6EF}" type="pres">
      <dgm:prSet presAssocID="{45D50368-372D-4F79-95B9-B27BD239F0F6}" presName="textA" presStyleLbl="revTx" presStyleIdx="0" presStyleCnt="3" custScaleX="76000">
        <dgm:presLayoutVars>
          <dgm:bulletEnabled val="1"/>
        </dgm:presLayoutVars>
      </dgm:prSet>
      <dgm:spPr/>
    </dgm:pt>
    <dgm:pt modelId="{69242FCE-B1A3-4CB0-90C2-CB5EC309668C}" type="pres">
      <dgm:prSet presAssocID="{45D50368-372D-4F79-95B9-B27BD239F0F6}" presName="circleA" presStyleLbl="node1" presStyleIdx="0" presStyleCnt="3"/>
      <dgm:spPr/>
    </dgm:pt>
    <dgm:pt modelId="{301F205F-64EC-4B0E-A2AD-D5977C935AF4}" type="pres">
      <dgm:prSet presAssocID="{45D50368-372D-4F79-95B9-B27BD239F0F6}" presName="spaceA" presStyleCnt="0"/>
      <dgm:spPr/>
    </dgm:pt>
    <dgm:pt modelId="{B3AB7B4B-B32A-45B9-A77C-F2AACFD79CA5}" type="pres">
      <dgm:prSet presAssocID="{508ABF25-4B40-405C-9E88-248ED8B31B83}" presName="space" presStyleCnt="0"/>
      <dgm:spPr/>
    </dgm:pt>
    <dgm:pt modelId="{9B80AA7C-AE0D-4517-8F0E-3798D9078ECA}" type="pres">
      <dgm:prSet presAssocID="{196543C5-093B-4437-B406-DBE4B882EA97}" presName="compositeB" presStyleCnt="0"/>
      <dgm:spPr/>
    </dgm:pt>
    <dgm:pt modelId="{C72ECC98-97C1-4FA6-9751-2F88545F8213}" type="pres">
      <dgm:prSet presAssocID="{196543C5-093B-4437-B406-DBE4B882EA97}" presName="textB" presStyleLbl="revTx" presStyleIdx="1" presStyleCnt="3">
        <dgm:presLayoutVars>
          <dgm:bulletEnabled val="1"/>
        </dgm:presLayoutVars>
      </dgm:prSet>
      <dgm:spPr/>
    </dgm:pt>
    <dgm:pt modelId="{8A3CF5DF-2912-4784-8B16-20EF1087B16D}" type="pres">
      <dgm:prSet presAssocID="{196543C5-093B-4437-B406-DBE4B882EA97}" presName="circleB" presStyleLbl="node1" presStyleIdx="1" presStyleCnt="3"/>
      <dgm:spPr/>
    </dgm:pt>
    <dgm:pt modelId="{AEB44FDA-4D40-47A5-BEE0-4EF9F97BF5D2}" type="pres">
      <dgm:prSet presAssocID="{196543C5-093B-4437-B406-DBE4B882EA97}" presName="spaceB" presStyleCnt="0"/>
      <dgm:spPr/>
    </dgm:pt>
    <dgm:pt modelId="{66B84C84-45A2-4C61-AA12-3A3F75DB82F8}" type="pres">
      <dgm:prSet presAssocID="{F264F018-7FB9-43EC-B595-B986D351AD7B}" presName="space" presStyleCnt="0"/>
      <dgm:spPr/>
    </dgm:pt>
    <dgm:pt modelId="{8CEF5A46-4D3D-4D9F-B7F4-405723F5505C}" type="pres">
      <dgm:prSet presAssocID="{CA2BABAF-EDAA-4496-8316-FD6EA3643E8F}" presName="compositeA" presStyleCnt="0"/>
      <dgm:spPr/>
    </dgm:pt>
    <dgm:pt modelId="{0EA8ECEB-4BEA-4EA4-A72E-9427A4EDF870}" type="pres">
      <dgm:prSet presAssocID="{CA2BABAF-EDAA-4496-8316-FD6EA3643E8F}" presName="textA" presStyleLbl="revTx" presStyleIdx="2" presStyleCnt="3">
        <dgm:presLayoutVars>
          <dgm:bulletEnabled val="1"/>
        </dgm:presLayoutVars>
      </dgm:prSet>
      <dgm:spPr/>
    </dgm:pt>
    <dgm:pt modelId="{AE8B9E76-450B-4587-ADD0-D709E0D11B62}" type="pres">
      <dgm:prSet presAssocID="{CA2BABAF-EDAA-4496-8316-FD6EA3643E8F}" presName="circleA" presStyleLbl="node1" presStyleIdx="2" presStyleCnt="3"/>
      <dgm:spPr/>
    </dgm:pt>
    <dgm:pt modelId="{7E02D670-50CE-4DE9-9D99-A3113C1CA49F}" type="pres">
      <dgm:prSet presAssocID="{CA2BABAF-EDAA-4496-8316-FD6EA3643E8F}" presName="spaceA" presStyleCnt="0"/>
      <dgm:spPr/>
    </dgm:pt>
  </dgm:ptLst>
  <dgm:cxnLst>
    <dgm:cxn modelId="{33FC2F0C-BBBC-49D9-8DB9-87CFB664B234}" type="presOf" srcId="{45D50368-372D-4F79-95B9-B27BD239F0F6}" destId="{7103C4FE-7A4B-41EF-8814-669D0064B6EF}" srcOrd="0" destOrd="0" presId="urn:microsoft.com/office/officeart/2005/8/layout/hProcess11"/>
    <dgm:cxn modelId="{8AF7704F-B285-4A9C-BA90-65BEC6653B6C}" type="presOf" srcId="{B6A966AA-C2D0-420D-89FC-1A1AB0AD4072}" destId="{7F7D3F0A-88AE-44AB-92BC-B1AEC7CDD5CE}" srcOrd="0" destOrd="0" presId="urn:microsoft.com/office/officeart/2005/8/layout/hProcess11"/>
    <dgm:cxn modelId="{B93E1354-FC50-4D0F-81DD-4CEBA5959AFE}" type="presOf" srcId="{CA2BABAF-EDAA-4496-8316-FD6EA3643E8F}" destId="{0EA8ECEB-4BEA-4EA4-A72E-9427A4EDF870}" srcOrd="0" destOrd="0" presId="urn:microsoft.com/office/officeart/2005/8/layout/hProcess11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0CFCA19E-9316-4666-B978-BF8C655DDDAF}" type="presOf" srcId="{196543C5-093B-4437-B406-DBE4B882EA97}" destId="{C72ECC98-97C1-4FA6-9751-2F88545F8213}" srcOrd="0" destOrd="0" presId="urn:microsoft.com/office/officeart/2005/8/layout/hProcess11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7849C247-851C-4CEB-9B9D-59ABFE120C8A}" type="presParOf" srcId="{7F7D3F0A-88AE-44AB-92BC-B1AEC7CDD5CE}" destId="{1321859E-820F-42A1-A815-96F9E1091C18}" srcOrd="0" destOrd="0" presId="urn:microsoft.com/office/officeart/2005/8/layout/hProcess11"/>
    <dgm:cxn modelId="{BF45A60D-96FF-473A-B57F-CF56378654CB}" type="presParOf" srcId="{7F7D3F0A-88AE-44AB-92BC-B1AEC7CDD5CE}" destId="{0C0EFEA6-53DB-4B11-B914-678B897CA613}" srcOrd="1" destOrd="0" presId="urn:microsoft.com/office/officeart/2005/8/layout/hProcess11"/>
    <dgm:cxn modelId="{373F4474-FD59-4113-8085-E79F58FC39C7}" type="presParOf" srcId="{0C0EFEA6-53DB-4B11-B914-678B897CA613}" destId="{D1F8120B-2014-4539-8DB2-DF72EA65305F}" srcOrd="0" destOrd="0" presId="urn:microsoft.com/office/officeart/2005/8/layout/hProcess11"/>
    <dgm:cxn modelId="{6CA87CCD-3781-4E2F-A803-26D211F1164A}" type="presParOf" srcId="{D1F8120B-2014-4539-8DB2-DF72EA65305F}" destId="{7103C4FE-7A4B-41EF-8814-669D0064B6EF}" srcOrd="0" destOrd="0" presId="urn:microsoft.com/office/officeart/2005/8/layout/hProcess11"/>
    <dgm:cxn modelId="{2C783DC9-BCFF-47D6-B9A4-7620E681CE7B}" type="presParOf" srcId="{D1F8120B-2014-4539-8DB2-DF72EA65305F}" destId="{69242FCE-B1A3-4CB0-90C2-CB5EC309668C}" srcOrd="1" destOrd="0" presId="urn:microsoft.com/office/officeart/2005/8/layout/hProcess11"/>
    <dgm:cxn modelId="{51436E83-D55A-4252-9307-E6DD23BC71B1}" type="presParOf" srcId="{D1F8120B-2014-4539-8DB2-DF72EA65305F}" destId="{301F205F-64EC-4B0E-A2AD-D5977C935AF4}" srcOrd="2" destOrd="0" presId="urn:microsoft.com/office/officeart/2005/8/layout/hProcess11"/>
    <dgm:cxn modelId="{035DE029-A115-4D1B-B566-7C73919D30BD}" type="presParOf" srcId="{0C0EFEA6-53DB-4B11-B914-678B897CA613}" destId="{B3AB7B4B-B32A-45B9-A77C-F2AACFD79CA5}" srcOrd="1" destOrd="0" presId="urn:microsoft.com/office/officeart/2005/8/layout/hProcess11"/>
    <dgm:cxn modelId="{C147C24D-FED8-4C5F-A80D-D6D44BF366E1}" type="presParOf" srcId="{0C0EFEA6-53DB-4B11-B914-678B897CA613}" destId="{9B80AA7C-AE0D-4517-8F0E-3798D9078ECA}" srcOrd="2" destOrd="0" presId="urn:microsoft.com/office/officeart/2005/8/layout/hProcess11"/>
    <dgm:cxn modelId="{53793FBF-21A3-4D92-8C0F-F9CF0CAF6629}" type="presParOf" srcId="{9B80AA7C-AE0D-4517-8F0E-3798D9078ECA}" destId="{C72ECC98-97C1-4FA6-9751-2F88545F8213}" srcOrd="0" destOrd="0" presId="urn:microsoft.com/office/officeart/2005/8/layout/hProcess11"/>
    <dgm:cxn modelId="{CE6E8620-4AAD-4191-A9D9-F888C053CED8}" type="presParOf" srcId="{9B80AA7C-AE0D-4517-8F0E-3798D9078ECA}" destId="{8A3CF5DF-2912-4784-8B16-20EF1087B16D}" srcOrd="1" destOrd="0" presId="urn:microsoft.com/office/officeart/2005/8/layout/hProcess11"/>
    <dgm:cxn modelId="{6C95E7EA-2961-4ADE-BA5A-9B67FAC37BCE}" type="presParOf" srcId="{9B80AA7C-AE0D-4517-8F0E-3798D9078ECA}" destId="{AEB44FDA-4D40-47A5-BEE0-4EF9F97BF5D2}" srcOrd="2" destOrd="0" presId="urn:microsoft.com/office/officeart/2005/8/layout/hProcess11"/>
    <dgm:cxn modelId="{3BC5DF92-4D9B-42AA-A67F-99A3E4840255}" type="presParOf" srcId="{0C0EFEA6-53DB-4B11-B914-678B897CA613}" destId="{66B84C84-45A2-4C61-AA12-3A3F75DB82F8}" srcOrd="3" destOrd="0" presId="urn:microsoft.com/office/officeart/2005/8/layout/hProcess11"/>
    <dgm:cxn modelId="{FE27A33F-134B-4D24-AC36-DCCCF056641C}" type="presParOf" srcId="{0C0EFEA6-53DB-4B11-B914-678B897CA613}" destId="{8CEF5A46-4D3D-4D9F-B7F4-405723F5505C}" srcOrd="4" destOrd="0" presId="urn:microsoft.com/office/officeart/2005/8/layout/hProcess11"/>
    <dgm:cxn modelId="{94D75A07-120C-42AF-912B-044BD69E1C67}" type="presParOf" srcId="{8CEF5A46-4D3D-4D9F-B7F4-405723F5505C}" destId="{0EA8ECEB-4BEA-4EA4-A72E-9427A4EDF870}" srcOrd="0" destOrd="0" presId="urn:microsoft.com/office/officeart/2005/8/layout/hProcess11"/>
    <dgm:cxn modelId="{AF929006-0D84-43C4-AC24-C78F8617B9EC}" type="presParOf" srcId="{8CEF5A46-4D3D-4D9F-B7F4-405723F5505C}" destId="{AE8B9E76-450B-4587-ADD0-D709E0D11B62}" srcOrd="1" destOrd="0" presId="urn:microsoft.com/office/officeart/2005/8/layout/hProcess11"/>
    <dgm:cxn modelId="{9A93D057-5018-4672-A272-9B3DEF73DECA}" type="presParOf" srcId="{8CEF5A46-4D3D-4D9F-B7F4-405723F5505C}" destId="{7E02D670-50CE-4DE9-9D99-A3113C1CA49F}" srcOrd="2" destOrd="0" presId="urn:microsoft.com/office/officeart/2005/8/layout/hProcess1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1859E-820F-42A1-A815-96F9E1091C18}">
      <dsp:nvSpPr>
        <dsp:cNvPr id="0" name=""/>
        <dsp:cNvSpPr/>
      </dsp:nvSpPr>
      <dsp:spPr>
        <a:xfrm>
          <a:off x="0" y="922364"/>
          <a:ext cx="10077450" cy="124333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3C4FE-7A4B-41EF-8814-669D0064B6EF}">
      <dsp:nvSpPr>
        <dsp:cNvPr id="0" name=""/>
        <dsp:cNvSpPr/>
      </dsp:nvSpPr>
      <dsp:spPr>
        <a:xfrm>
          <a:off x="355171" y="0"/>
          <a:ext cx="2221369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Topology alone is a strong clue for induction</a:t>
          </a:r>
          <a:endParaRPr lang="it" sz="1800" b="1" kern="1200" dirty="0"/>
        </a:p>
      </dsp:txBody>
      <dsp:txXfrm>
        <a:off x="355171" y="0"/>
        <a:ext cx="2221369" cy="1243330"/>
      </dsp:txXfrm>
    </dsp:sp>
    <dsp:sp modelId="{69242FCE-B1A3-4CB0-90C2-CB5EC309668C}">
      <dsp:nvSpPr>
        <dsp:cNvPr id="0" name=""/>
        <dsp:cNvSpPr/>
      </dsp:nvSpPr>
      <dsp:spPr>
        <a:xfrm>
          <a:off x="1310439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ECC98-97C1-4FA6-9751-2F88545F8213}">
      <dsp:nvSpPr>
        <dsp:cNvPr id="0" name=""/>
        <dsp:cNvSpPr/>
      </dsp:nvSpPr>
      <dsp:spPr>
        <a:xfrm>
          <a:off x="3073425" y="1864995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The transition from Local information to Global information</a:t>
          </a:r>
          <a:endParaRPr lang="it" sz="1800" b="1" kern="1200" dirty="0"/>
        </a:p>
      </dsp:txBody>
      <dsp:txXfrm>
        <a:off x="3073425" y="1864995"/>
        <a:ext cx="2922854" cy="1243330"/>
      </dsp:txXfrm>
    </dsp:sp>
    <dsp:sp modelId="{8A3CF5DF-2912-4784-8B16-20EF1087B16D}">
      <dsp:nvSpPr>
        <dsp:cNvPr id="0" name=""/>
        <dsp:cNvSpPr/>
      </dsp:nvSpPr>
      <dsp:spPr>
        <a:xfrm>
          <a:off x="4379436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8ECEB-4BEA-4EA4-A72E-9427A4EDF870}">
      <dsp:nvSpPr>
        <dsp:cNvPr id="0" name=""/>
        <dsp:cNvSpPr/>
      </dsp:nvSpPr>
      <dsp:spPr>
        <a:xfrm>
          <a:off x="6142422" y="0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Overcoming classic heuristics (The bridge to modern embeddings)</a:t>
          </a:r>
          <a:endParaRPr lang="it" sz="1800" b="1" kern="1200" dirty="0"/>
        </a:p>
      </dsp:txBody>
      <dsp:txXfrm>
        <a:off x="6142422" y="0"/>
        <a:ext cx="2922854" cy="1243330"/>
      </dsp:txXfrm>
    </dsp:sp>
    <dsp:sp modelId="{AE8B9E76-450B-4587-ADD0-D709E0D11B62}">
      <dsp:nvSpPr>
        <dsp:cNvPr id="0" name=""/>
        <dsp:cNvSpPr/>
      </dsp:nvSpPr>
      <dsp:spPr>
        <a:xfrm>
          <a:off x="7448433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FF95820-84BB-3447-8286-60A51307E7F2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E476440-F66F-F947-8EFC-EA5202ACFD2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C08FC54-6AE4-6A4A-9756-823A0F1BE5A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79E9EB-07EB-9D44-9F5A-AB1FBECCDD8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diapositiv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9" name="Titolo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rtlCol="0" anchor="ctr"/>
          <a:lstStyle>
            <a:lvl1pPr algn="ctr">
              <a:defRPr sz="5400" spc="300" baseline="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rtlCol="0"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/>
              <a:t>Fare clic per modificare lo stile del sottotitolo dello schema</a:t>
            </a:r>
            <a:endParaRPr lang="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con immagine a des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gura a mano libera: Forma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 rtlCol="0"/>
          <a:lstStyle>
            <a:lvl1pPr>
              <a:defRPr sz="3200" spc="300" baseline="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 rtlCol="0"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75DF2D63-3FF5-D547-96B9-BE9CCD1ABA58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sottotitolo +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rtlCol="0" anchor="ctr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/>
              <a:t>Fare clic per modificare lo stile del sottotitolo dello schema</a:t>
            </a:r>
            <a:endParaRPr lang="it"/>
          </a:p>
        </p:txBody>
      </p:sp>
      <p:sp>
        <p:nvSpPr>
          <p:cNvPr id="7" name="Segnaposto immagine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/>
              <a:t>Fare clic per modificare lo stile del sottotitolo dello schema</a:t>
            </a:r>
            <a:endParaRPr lang="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 rtlCol="0"/>
          <a:lstStyle>
            <a:lvl1pPr>
              <a:defRPr sz="3200" spc="3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 rtlCol="0"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sp>
        <p:nvSpPr>
          <p:cNvPr id="6" name="Casella di testo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75DF2D63-3FF5-D547-96B9-BE9CCD1ABA58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rtlCol="0" anchor="ctr"/>
          <a:lstStyle>
            <a:lvl1pPr algn="ctr">
              <a:defRPr sz="54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+ immagi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rtlCol="0" anchor="b" anchorCtr="0"/>
          <a:lstStyle>
            <a:lvl1pPr>
              <a:defRPr sz="32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  <p:sp>
        <p:nvSpPr>
          <p:cNvPr id="9" name="Segnaposto immagine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rtlCol="0"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 di colore blu chi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sp>
        <p:nvSpPr>
          <p:cNvPr id="10" name="Segnaposto contenuto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ue bianch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sp>
        <p:nvSpPr>
          <p:cNvPr id="10" name="Segnaposto contenuto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  <p:sp>
        <p:nvSpPr>
          <p:cNvPr id="8" name="Segnaposto tabella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it-IT" dirty="0"/>
              <a:t>Fare clic sull'icona per inserire una tabella</a:t>
            </a:r>
            <a:endParaRPr lang="en-US" dirty="0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 verd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olo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rtlCol="0" anchor="ctr">
            <a:noAutofit/>
          </a:bodyPr>
          <a:lstStyle>
            <a:lvl1pPr algn="ctr">
              <a:defRPr sz="54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"/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rtlCol="0"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pPr rtl="0"/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rtlCol="0"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rtl="0"/>
            <a:r>
              <a:rPr lang="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21" name="Segnaposto numero diapositiva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pPr rtl="0"/>
            <a:fld id="{75DF2D63-3FF5-D547-96B9-BE9CCD1ABA5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arxiv.org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1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rtlCol="0"/>
          <a:lstStyle/>
          <a:p>
            <a:r>
              <a:rPr lang="en-US" sz="4800" b="1" dirty="0">
                <a:solidFill>
                  <a:srgbClr val="002060"/>
                </a:solidFill>
              </a:rPr>
              <a:t>The Link-Prediction Problem for Social Networks</a:t>
            </a:r>
            <a:endParaRPr lang="it" sz="4800" dirty="0">
              <a:solidFill>
                <a:srgbClr val="002060"/>
              </a:solidFill>
            </a:endParaRPr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pPr rtl="0"/>
            <a:r>
              <a:rPr lang="it-IT" dirty="0">
                <a:solidFill>
                  <a:srgbClr val="002060"/>
                </a:solidFill>
              </a:rPr>
              <a:t>M</a:t>
            </a:r>
            <a:r>
              <a:rPr lang="it" dirty="0">
                <a:solidFill>
                  <a:srgbClr val="002060"/>
                </a:solidFill>
              </a:rPr>
              <a:t>aggioni sofia    mtr. 75788a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859813"/>
            <a:ext cx="10515600" cy="2438448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it" dirty="0"/>
              <a:t>Authors of the paper:</a:t>
            </a:r>
          </a:p>
          <a:p>
            <a:r>
              <a:rPr lang="it-IT" b="1" dirty="0"/>
              <a:t>David Liben-Nowell</a:t>
            </a:r>
          </a:p>
          <a:p>
            <a:r>
              <a:rPr lang="en-US" i="1" dirty="0"/>
              <a:t>Department of Computer Science, Carleton College, Northfield, MN 55057.</a:t>
            </a:r>
          </a:p>
          <a:p>
            <a:r>
              <a:rPr lang="it-IT" b="1" dirty="0"/>
              <a:t>Jon Kleinberg</a:t>
            </a:r>
          </a:p>
          <a:p>
            <a:r>
              <a:rPr lang="en-US" i="1" dirty="0"/>
              <a:t>Department of Computer Science, Cornell University, Ithaca, NY 14853.</a:t>
            </a:r>
          </a:p>
          <a:p>
            <a:endParaRPr lang="it" dirty="0"/>
          </a:p>
          <a:p>
            <a:pPr rtl="0"/>
            <a:endParaRPr lang="it" dirty="0"/>
          </a:p>
        </p:txBody>
      </p:sp>
      <p:pic>
        <p:nvPicPr>
          <p:cNvPr id="10" name="Segnaposto immagine 9" descr="Primo piano di bolle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  <p:sp>
        <p:nvSpPr>
          <p:cNvPr id="6" name="Sottotitolo 2">
            <a:extLst>
              <a:ext uri="{FF2B5EF4-FFF2-40B4-BE49-F238E27FC236}">
                <a16:creationId xmlns:a16="http://schemas.microsoft.com/office/drawing/2014/main" id="{AACAF12E-3866-EBF1-1238-C15637A61B29}"/>
              </a:ext>
            </a:extLst>
          </p:cNvPr>
          <p:cNvSpPr txBox="1">
            <a:spLocks/>
          </p:cNvSpPr>
          <p:nvPr/>
        </p:nvSpPr>
        <p:spPr>
          <a:xfrm>
            <a:off x="838200" y="5642293"/>
            <a:ext cx="10515600" cy="727707"/>
          </a:xfrm>
          <a:prstGeom prst="rect">
            <a:avLst/>
          </a:prstGeom>
          <a:noFill/>
        </p:spPr>
        <p:txBody>
          <a:bodyPr vert="horz" lIns="0" tIns="0" rIns="0" bIns="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4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" dirty="0"/>
          </a:p>
          <a:p>
            <a:r>
              <a:rPr lang="it-IT" dirty="0"/>
              <a:t>Y</a:t>
            </a:r>
            <a:r>
              <a:rPr lang="it" dirty="0"/>
              <a:t>ear of pubblication: 2007</a:t>
            </a:r>
          </a:p>
        </p:txBody>
      </p:sp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937997"/>
          </a:xfrm>
        </p:spPr>
        <p:txBody>
          <a:bodyPr rtlCol="0"/>
          <a:lstStyle/>
          <a:p>
            <a:pPr rtl="0"/>
            <a:r>
              <a:rPr lang="it-IT" dirty="0"/>
              <a:t>Paper </a:t>
            </a:r>
            <a:r>
              <a:rPr lang="en-GB" noProof="0" dirty="0"/>
              <a:t>analysis</a:t>
            </a:r>
            <a:endParaRPr lang="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397576" cy="2651760"/>
          </a:xfrm>
        </p:spPr>
        <p:txBody>
          <a:bodyPr vert="horz" lIns="0" tIns="0" rIns="0" bIns="0" rtlCol="0" anchor="t">
            <a:noAutofit/>
          </a:bodyPr>
          <a:lstStyle/>
          <a:p>
            <a:pPr rtl="0"/>
            <a:r>
              <a:rPr lang="it" dirty="0"/>
              <a:t>introduction</a:t>
            </a:r>
          </a:p>
          <a:p>
            <a:pPr rtl="0"/>
            <a:r>
              <a:rPr lang="it-IT" dirty="0"/>
              <a:t>D</a:t>
            </a:r>
            <a:r>
              <a:rPr lang="it" dirty="0"/>
              <a:t>ata and experimental setup</a:t>
            </a:r>
          </a:p>
          <a:p>
            <a:pPr rtl="0"/>
            <a:r>
              <a:rPr lang="it-IT" dirty="0"/>
              <a:t>M</a:t>
            </a:r>
            <a:r>
              <a:rPr lang="it" dirty="0"/>
              <a:t>ethods for link prediction</a:t>
            </a:r>
          </a:p>
          <a:p>
            <a:pPr rtl="0"/>
            <a:r>
              <a:rPr lang="it" dirty="0"/>
              <a:t>conclusion</a:t>
            </a:r>
          </a:p>
        </p:txBody>
      </p:sp>
      <p:pic>
        <p:nvPicPr>
          <p:cNvPr id="8" name="Segnaposto immagine 7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</a:blip>
          <a:srcRect l="8297" t="12110" r="8297"/>
          <a:stretch>
            <a:fillRect/>
          </a:stretch>
        </p:blipFill>
        <p:spPr>
          <a:xfrm>
            <a:off x="5677736" y="1681021"/>
            <a:ext cx="5897880" cy="3495958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egnaposto immagine 7" descr="Struttura bianca del DNA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rtlCol="0" anchor="ctr" anchorCtr="0"/>
          <a:lstStyle/>
          <a:p>
            <a:pPr rtl="0"/>
            <a:r>
              <a:rPr lang="it" dirty="0">
                <a:solidFill>
                  <a:srgbClr val="002060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2664C141-C3BC-7BEC-BD5F-9068C05C1BA6}"/>
              </a:ext>
            </a:extLst>
          </p:cNvPr>
          <p:cNvSpPr txBox="1"/>
          <p:nvPr/>
        </p:nvSpPr>
        <p:spPr>
          <a:xfrm>
            <a:off x="403124" y="937998"/>
            <a:ext cx="60566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SOCIAL NETWORK: </a:t>
            </a:r>
            <a:r>
              <a:rPr lang="en-GB" noProof="0" dirty="0"/>
              <a:t>structure</a:t>
            </a:r>
            <a:r>
              <a:rPr lang="it-IT" dirty="0"/>
              <a:t> </a:t>
            </a:r>
            <a:r>
              <a:rPr lang="en-MY" noProof="0" dirty="0"/>
              <a:t>whose</a:t>
            </a:r>
            <a:r>
              <a:rPr lang="it-IT" dirty="0"/>
              <a:t> </a:t>
            </a:r>
            <a:r>
              <a:rPr lang="en-US" noProof="0" dirty="0"/>
              <a:t>nodes</a:t>
            </a:r>
            <a:r>
              <a:rPr lang="it-IT" dirty="0"/>
              <a:t> </a:t>
            </a:r>
            <a:r>
              <a:rPr lang="en-US" noProof="0" dirty="0"/>
              <a:t>represent</a:t>
            </a:r>
            <a:r>
              <a:rPr lang="it-IT" dirty="0"/>
              <a:t> people &amp; </a:t>
            </a:r>
            <a:r>
              <a:rPr lang="en-GB" noProof="0" dirty="0"/>
              <a:t>whose</a:t>
            </a:r>
            <a:r>
              <a:rPr lang="it-IT" dirty="0"/>
              <a:t> </a:t>
            </a:r>
            <a:r>
              <a:rPr lang="en-NZ" noProof="0" dirty="0"/>
              <a:t>edges</a:t>
            </a:r>
            <a:r>
              <a:rPr lang="it-IT" dirty="0"/>
              <a:t> </a:t>
            </a:r>
            <a:r>
              <a:rPr lang="en-GB" noProof="0" dirty="0"/>
              <a:t>represent</a:t>
            </a:r>
            <a:r>
              <a:rPr lang="it-IT" dirty="0"/>
              <a:t> interaction/</a:t>
            </a:r>
            <a:r>
              <a:rPr lang="en-GB" noProof="0" dirty="0"/>
              <a:t>collaboration</a:t>
            </a:r>
            <a:r>
              <a:rPr lang="it-IT" dirty="0"/>
              <a:t>.</a:t>
            </a:r>
          </a:p>
          <a:p>
            <a:pPr algn="just"/>
            <a:endParaRPr lang="it-IT" dirty="0"/>
          </a:p>
          <a:p>
            <a:pPr algn="just"/>
            <a:r>
              <a:rPr lang="en-US" dirty="0"/>
              <a:t>Identifying the mechanisms by which they evolve is a fundamental question.</a:t>
            </a:r>
          </a:p>
          <a:p>
            <a:r>
              <a:rPr lang="en-US" dirty="0"/>
              <a:t>Main goal : which measures of “proximity” in a network lead to the most accurate link predictions.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They are going to study LINK PREDICTION PROBLEM</a:t>
            </a:r>
          </a:p>
          <a:p>
            <a:pPr algn="just"/>
            <a:r>
              <a:rPr lang="en-US" dirty="0"/>
              <a:t>Link prediction tries to answer this question: </a:t>
            </a:r>
            <a:r>
              <a:rPr lang="it-IT" dirty="0"/>
              <a:t>«To </a:t>
            </a:r>
            <a:r>
              <a:rPr lang="en-US" noProof="0" dirty="0"/>
              <a:t>what</a:t>
            </a:r>
            <a:r>
              <a:rPr lang="it-IT" dirty="0"/>
              <a:t> extent </a:t>
            </a:r>
            <a:r>
              <a:rPr lang="en-US" dirty="0"/>
              <a:t>can the evolution of a social network be modeled using features </a:t>
            </a:r>
            <a:r>
              <a:rPr lang="en-US" i="1" dirty="0"/>
              <a:t>intrinsic to the network itself </a:t>
            </a:r>
            <a:r>
              <a:rPr lang="en-US" dirty="0"/>
              <a:t>?&gt;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867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B6CB-1347-D1CA-ADD8-07ABA324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egnaposto immagine 7" descr="Struttura bianca del DNA">
            <a:extLst>
              <a:ext uri="{FF2B5EF4-FFF2-40B4-BE49-F238E27FC236}">
                <a16:creationId xmlns:a16="http://schemas.microsoft.com/office/drawing/2014/main" id="{95462266-BC3F-AB6D-4772-9E52821BBB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C1165364-C3D6-BC94-46C5-8061B37D7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rtlCol="0" anchor="ctr" anchorCtr="0"/>
          <a:lstStyle/>
          <a:p>
            <a:r>
              <a:rPr lang="it-IT" dirty="0">
                <a:solidFill>
                  <a:srgbClr val="002060"/>
                </a:solidFill>
              </a:rPr>
              <a:t>D</a:t>
            </a:r>
            <a:r>
              <a:rPr lang="it" dirty="0">
                <a:solidFill>
                  <a:srgbClr val="002060"/>
                </a:solidFill>
              </a:rPr>
              <a:t>ata and experimental setup</a:t>
            </a:r>
          </a:p>
        </p:txBody>
      </p:sp>
    </p:spTree>
    <p:extLst>
      <p:ext uri="{BB962C8B-B14F-4D97-AF65-F5344CB8AC3E}">
        <p14:creationId xmlns:p14="http://schemas.microsoft.com/office/powerpoint/2010/main" val="2422481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CD4204EF-130C-D445-3699-6C39C002E0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06666" y="556506"/>
            <a:ext cx="4091668" cy="1767867"/>
          </a:xfrm>
          <a:prstGeom prst="rect">
            <a:avLst/>
          </a:prstGeom>
          <a:ln>
            <a:solidFill>
              <a:srgbClr val="00206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21279D0-D50E-F7AA-0328-C9E7E4FCB223}"/>
                  </a:ext>
                </a:extLst>
              </p:cNvPr>
              <p:cNvSpPr txBox="1"/>
              <p:nvPr/>
            </p:nvSpPr>
            <p:spPr>
              <a:xfrm>
                <a:off x="324466" y="1368490"/>
                <a:ext cx="6096000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dirty="0"/>
                  <a:t>Social network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𝐺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=&lt;</m:t>
                    </m:r>
                    <m:r>
                      <a:rPr lang="it-IT">
                        <a:latin typeface="Cambria Math" panose="02040503050406030204" pitchFamily="18" charset="0"/>
                      </a:rPr>
                      <m:t>𝑉</m:t>
                    </m:r>
                    <m:r>
                      <a:rPr lang="it-IT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, each edge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=&lt;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represents an interaction between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that took place at a particular time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b="0" dirty="0"/>
              </a:p>
              <a:p>
                <a:pPr algn="just"/>
                <a:endParaRPr lang="it-IT" b="0" dirty="0"/>
              </a:p>
              <a:p>
                <a:r>
                  <a:rPr lang="en-US" dirty="0"/>
                  <a:t>Of course, social networks grow through the addition of nodes as well as edges, and it is not sensible to seek predictions for edges whose endpoints are not present in the training </a:t>
                </a:r>
                <a:r>
                  <a:rPr lang="en-US" noProof="0" dirty="0"/>
                  <a:t>interval</a:t>
                </a:r>
                <a:r>
                  <a:rPr lang="it-IT" dirty="0"/>
                  <a:t>.</a:t>
                </a:r>
              </a:p>
              <a:p>
                <a:endParaRPr lang="it-IT" b="0" dirty="0"/>
              </a:p>
              <a:p>
                <a:r>
                  <a:rPr lang="en-US" dirty="0"/>
                  <a:t>Set CORE to consist of all authors who have written at least</a:t>
                </a:r>
                <a:r>
                  <a:rPr lang="en-US" i="1" dirty="0"/>
                  <a:t> </a:t>
                </a:r>
                <a:r>
                  <a:rPr lang="en-US" dirty="0"/>
                  <a:t>3 articles during the training period and at least 3 articles during the test period. K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b="0" dirty="0"/>
                  <a:t>3</a:t>
                </a:r>
              </a:p>
              <a:p>
                <a:pPr algn="just"/>
                <a:endParaRPr lang="it-IT" b="0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21279D0-D50E-F7AA-0328-C9E7E4FCB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66" y="1368490"/>
                <a:ext cx="6096000" cy="3693319"/>
              </a:xfrm>
              <a:prstGeom prst="rect">
                <a:avLst/>
              </a:prstGeom>
              <a:blipFill>
                <a:blip r:embed="rId4"/>
                <a:stretch>
                  <a:fillRect l="-800" t="-825" r="-12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C251E8D-9F68-CAA1-30D4-5B15E81D50A9}"/>
                  </a:ext>
                </a:extLst>
              </p:cNvPr>
              <p:cNvSpPr txBox="1"/>
              <p:nvPr/>
            </p:nvSpPr>
            <p:spPr>
              <a:xfrm>
                <a:off x="7406666" y="4198376"/>
                <a:ext cx="4091668" cy="20990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𝑡𝑟𝑎𝑖𝑛𝑖𝑛𝑔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=&lt;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it-IT">
                        <a:latin typeface="Cambria Math" panose="02040503050406030204" pitchFamily="18" charset="0"/>
                      </a:rPr>
                      <m:t>&gt;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 =   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𝑐𝑜𝑙𝑙𝑎𝑏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it-IT">
                        <a:latin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it-IT" dirty="0"/>
                  <a:t> </a:t>
                </a:r>
              </a:p>
              <a:p>
                <a:pPr algn="just"/>
                <a:endParaRPr lang="it-IT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𝑌𝑒𝑎𝑟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𝑡𝑟𝑎𝑖𝑛𝑖𝑛𝑔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1994−1996</m:t>
                        </m:r>
                      </m:e>
                    </m:d>
                  </m:oMath>
                </a14:m>
                <a:r>
                  <a:rPr lang="it-IT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𝑌𝑒𝑎𝑟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𝑒𝑠𝑡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199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−199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lang="it-IT" dirty="0"/>
                  <a:t> </a:t>
                </a:r>
              </a:p>
              <a:p>
                <a:pPr algn="just"/>
                <a:r>
                  <a:rPr lang="it-IT" dirty="0"/>
                  <a:t> </a:t>
                </a:r>
              </a:p>
              <a:p>
                <a:pPr algn="just"/>
                <a:r>
                  <a:rPr lang="it-IT" dirty="0"/>
                  <a:t>  </a:t>
                </a: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C251E8D-9F68-CAA1-30D4-5B15E81D5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666" y="4198376"/>
                <a:ext cx="4091668" cy="20990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53215A9-96C0-5181-F5D1-80AB9FB64B0E}"/>
              </a:ext>
            </a:extLst>
          </p:cNvPr>
          <p:cNvSpPr txBox="1"/>
          <p:nvPr/>
        </p:nvSpPr>
        <p:spPr>
          <a:xfrm>
            <a:off x="7406666" y="2324373"/>
            <a:ext cx="2071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0" i="0" u="none" strike="noStrike" baseline="0" dirty="0">
                <a:solidFill>
                  <a:srgbClr val="002060"/>
                </a:solidFill>
                <a:latin typeface="Couri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www.arxiv.org</a:t>
            </a:r>
            <a:r>
              <a:rPr lang="it-IT" sz="1800" b="0" i="0" u="none" strike="noStrike" baseline="0" dirty="0">
                <a:solidFill>
                  <a:srgbClr val="002060"/>
                </a:solidFill>
                <a:latin typeface="Courier"/>
              </a:rPr>
              <a:t> 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AB3F15E-099F-6510-2B99-DC9DECA31440}"/>
              </a:ext>
            </a:extLst>
          </p:cNvPr>
          <p:cNvSpPr txBox="1"/>
          <p:nvPr/>
        </p:nvSpPr>
        <p:spPr>
          <a:xfrm>
            <a:off x="7401754" y="2816947"/>
            <a:ext cx="4091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collaboration is an ordered pair of authors who have written at least one article together during the training period.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32851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35600-2556-D8E1-3CD9-11725C0D8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egnaposto immagine 7" descr="Struttura bianca del DNA">
            <a:extLst>
              <a:ext uri="{FF2B5EF4-FFF2-40B4-BE49-F238E27FC236}">
                <a16:creationId xmlns:a16="http://schemas.microsoft.com/office/drawing/2014/main" id="{3513932E-54D3-1452-4CA1-054960E743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198210DB-0463-7042-13E2-156757408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rtlCol="0" anchor="ctr" anchorCtr="0"/>
          <a:lstStyle/>
          <a:p>
            <a:r>
              <a:rPr lang="it-IT" dirty="0">
                <a:solidFill>
                  <a:srgbClr val="002060"/>
                </a:solidFill>
              </a:rPr>
              <a:t>M</a:t>
            </a:r>
            <a:r>
              <a:rPr lang="it" dirty="0">
                <a:solidFill>
                  <a:srgbClr val="002060"/>
                </a:solidFill>
              </a:rPr>
              <a:t>ethods for link prediction</a:t>
            </a:r>
          </a:p>
        </p:txBody>
      </p:sp>
    </p:spTree>
    <p:extLst>
      <p:ext uri="{BB962C8B-B14F-4D97-AF65-F5344CB8AC3E}">
        <p14:creationId xmlns:p14="http://schemas.microsoft.com/office/powerpoint/2010/main" val="291916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88D483-AC4A-78F6-BD60-26E5DC58C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449" y="2377440"/>
            <a:ext cx="3606472" cy="35280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</a:rPr>
              <a:t>METHODS BASED ON NODE NEIGHBORHOODS</a:t>
            </a:r>
            <a:endParaRPr lang="it-IT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endParaRPr lang="it-IT" dirty="0"/>
          </a:p>
          <a:p>
            <a:r>
              <a:rPr lang="it-IT" dirty="0"/>
              <a:t>Common </a:t>
            </a:r>
            <a:r>
              <a:rPr lang="en-GB" noProof="0" dirty="0"/>
              <a:t>neighbours</a:t>
            </a:r>
            <a:endParaRPr lang="it-IT" dirty="0"/>
          </a:p>
          <a:p>
            <a:r>
              <a:rPr lang="it-IT" dirty="0"/>
              <a:t>Jaccard </a:t>
            </a:r>
            <a:r>
              <a:rPr lang="en-GB" noProof="0" dirty="0"/>
              <a:t>coefficient</a:t>
            </a:r>
            <a:endParaRPr lang="it-IT" dirty="0"/>
          </a:p>
          <a:p>
            <a:r>
              <a:rPr lang="it-IT" dirty="0"/>
              <a:t>Adamic/ Adar index</a:t>
            </a:r>
          </a:p>
          <a:p>
            <a:r>
              <a:rPr lang="it-IT" dirty="0"/>
              <a:t>Preferential attachment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8BBDF4F-4666-5957-52FE-D0FD0DB4C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7236" y="2377440"/>
            <a:ext cx="3672000" cy="35280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</a:rPr>
              <a:t>METHODS BASED ON THE ENSEMBLE OF ALL PATHS</a:t>
            </a:r>
          </a:p>
          <a:p>
            <a:pPr marL="0" indent="0" algn="ctr">
              <a:buNone/>
            </a:pPr>
            <a:endParaRPr lang="it-IT" b="1" dirty="0">
              <a:solidFill>
                <a:srgbClr val="002060"/>
              </a:solidFill>
            </a:endParaRPr>
          </a:p>
          <a:p>
            <a:r>
              <a:rPr lang="it-IT" dirty="0"/>
              <a:t>Katz index</a:t>
            </a:r>
          </a:p>
          <a:p>
            <a:r>
              <a:rPr lang="en-US" noProof="0" dirty="0"/>
              <a:t>Hitting</a:t>
            </a:r>
            <a:r>
              <a:rPr lang="it-IT" dirty="0"/>
              <a:t> time</a:t>
            </a:r>
          </a:p>
          <a:p>
            <a:r>
              <a:rPr lang="it-IT" dirty="0"/>
              <a:t>PageRank </a:t>
            </a:r>
          </a:p>
          <a:p>
            <a:r>
              <a:rPr lang="it-IT" dirty="0"/>
              <a:t>SimRank</a:t>
            </a: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4825669-3FD9-C3F2-6EF9-9C27FB011C31}"/>
              </a:ext>
            </a:extLst>
          </p:cNvPr>
          <p:cNvSpPr txBox="1"/>
          <p:nvPr/>
        </p:nvSpPr>
        <p:spPr>
          <a:xfrm>
            <a:off x="8321551" y="2377440"/>
            <a:ext cx="3672000" cy="352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>
            <a:normAutofit/>
          </a:bodyPr>
          <a:lstStyle>
            <a:lvl1pPr indent="0" algn="ctr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None/>
              <a:defRPr b="1" i="0" cap="none" baseline="0">
                <a:solidFill>
                  <a:srgbClr val="002060"/>
                </a:solidFill>
              </a:defRPr>
            </a:lvl1pPr>
            <a:lvl2pPr marL="914400" indent="-4572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baseline="0"/>
            </a:lvl2pPr>
            <a:lvl3pPr marL="1371600" indent="-4572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baseline="0"/>
            </a:lvl3pPr>
            <a:lvl4pPr marL="1828800" indent="-4572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200" b="0" i="0" baseline="0"/>
            </a:lvl4pPr>
            <a:lvl5pPr marL="2286000" indent="-4572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100" b="0" i="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HIGHER LEVEL APPROACHES</a:t>
            </a:r>
          </a:p>
          <a:p>
            <a:endParaRPr lang="it-IT" dirty="0"/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it-IT" b="0" dirty="0">
                <a:solidFill>
                  <a:schemeClr val="tx1"/>
                </a:solidFill>
              </a:rPr>
              <a:t>Low-</a:t>
            </a:r>
            <a:r>
              <a:rPr lang="en-GB" b="0" noProof="0" dirty="0">
                <a:solidFill>
                  <a:schemeClr val="tx1"/>
                </a:solidFill>
              </a:rPr>
              <a:t>rank</a:t>
            </a:r>
            <a:r>
              <a:rPr lang="it-IT" b="0" dirty="0">
                <a:solidFill>
                  <a:schemeClr val="tx1"/>
                </a:solidFill>
              </a:rPr>
              <a:t> approximation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it-IT" b="0" dirty="0">
                <a:solidFill>
                  <a:schemeClr val="tx1"/>
                </a:solidFill>
              </a:rPr>
              <a:t>Unseen bigrams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it-IT" b="0" dirty="0">
                <a:solidFill>
                  <a:schemeClr val="tx1"/>
                </a:solidFill>
              </a:rPr>
              <a:t>Clustering 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24717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0B5394-BAAF-3DB1-C8BB-B1DA94D4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Common </a:t>
            </a:r>
            <a:r>
              <a:rPr lang="en-GB" noProof="0" dirty="0">
                <a:solidFill>
                  <a:srgbClr val="002060"/>
                </a:solidFill>
              </a:rPr>
              <a:t>neighbours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D92B466-7132-2C26-EEE4-D20E0592D69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rgbClr val="EA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it-IT" i="1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A3BD09A-4E43-71A2-EC57-5B910BAC411F}"/>
                  </a:ext>
                </a:extLst>
              </p:cNvPr>
              <p:cNvSpPr txBox="1"/>
              <p:nvPr/>
            </p:nvSpPr>
            <p:spPr>
              <a:xfrm>
                <a:off x="1227066" y="1872734"/>
                <a:ext cx="31237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𝒔𝒄𝒐𝒓𝒆</m:t>
                      </m:r>
                      <m:d>
                        <m:d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it-IT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it-IT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it-IT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A3BD09A-4E43-71A2-EC57-5B910BAC4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066" y="1872734"/>
                <a:ext cx="312370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89170215-4342-181B-958B-E59DE4AB7B01}"/>
              </a:ext>
            </a:extLst>
          </p:cNvPr>
          <p:cNvSpPr txBox="1"/>
          <p:nvPr/>
        </p:nvSpPr>
        <p:spPr>
          <a:xfrm>
            <a:off x="7299470" y="1858000"/>
            <a:ext cx="428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N(u) is the set of </a:t>
            </a:r>
            <a:r>
              <a:rPr lang="en-GB" noProof="0" dirty="0"/>
              <a:t>neighbours</a:t>
            </a:r>
            <a:r>
              <a:rPr lang="it-IT" dirty="0"/>
              <a:t> of u, while N(v) is the set of neighbours of v.</a:t>
            </a:r>
          </a:p>
          <a:p>
            <a:pPr algn="just"/>
            <a:endParaRPr lang="it-IT" dirty="0"/>
          </a:p>
          <a:p>
            <a:pPr algn="just"/>
            <a:r>
              <a:rPr lang="it-IT" dirty="0"/>
              <a:t>Two </a:t>
            </a:r>
            <a:r>
              <a:rPr lang="en-GB" noProof="0" dirty="0"/>
              <a:t>nodes</a:t>
            </a:r>
            <a:r>
              <a:rPr lang="it-IT" dirty="0"/>
              <a:t> are more </a:t>
            </a:r>
            <a:r>
              <a:rPr lang="en-ID" noProof="0" dirty="0"/>
              <a:t>likely</a:t>
            </a:r>
            <a:r>
              <a:rPr lang="it-IT" dirty="0"/>
              <a:t> to form a link in the future if THEIR SET OF NEIGHBOURHOOD HAVE LARGE OVERLAP.</a:t>
            </a:r>
          </a:p>
          <a:p>
            <a:pPr algn="just"/>
            <a:r>
              <a:rPr lang="it-IT" dirty="0"/>
              <a:t>In our case the more collaborators they have, the more likely they are to become co-authors.</a:t>
            </a:r>
          </a:p>
          <a:p>
            <a:pPr algn="just"/>
            <a:endParaRPr lang="it-IT" dirty="0"/>
          </a:p>
          <a:p>
            <a:pPr algn="just"/>
            <a:endParaRPr lang="it-IT" dirty="0"/>
          </a:p>
          <a:p>
            <a:pPr algn="just"/>
            <a:r>
              <a:rPr lang="it-IT" dirty="0"/>
              <a:t>They use INTERSECTION to grab commor neighbours between u and v.</a:t>
            </a:r>
          </a:p>
        </p:txBody>
      </p:sp>
    </p:spTree>
    <p:extLst>
      <p:ext uri="{BB962C8B-B14F-4D97-AF65-F5344CB8AC3E}">
        <p14:creationId xmlns:p14="http://schemas.microsoft.com/office/powerpoint/2010/main" val="2783994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06D2-103C-D35E-DF8A-C1B152DC5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55EA3E-6467-87DD-CDD9-DE0B2295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JACCARD’S COEFFICIENT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90EAC09-3199-C329-C106-2C343E9D9E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rgbClr val="EA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it-IT" i="1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2FFFFC8-BDDF-C22E-16A8-535CE68D27C3}"/>
                  </a:ext>
                </a:extLst>
              </p:cNvPr>
              <p:cNvSpPr txBox="1"/>
              <p:nvPr/>
            </p:nvSpPr>
            <p:spPr>
              <a:xfrm>
                <a:off x="1227066" y="1717884"/>
                <a:ext cx="3123708" cy="676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𝒔𝒄𝒐𝒓𝒆</m:t>
                      </m:r>
                      <m:d>
                        <m:d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it-IT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it-I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it-IT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it-I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it-I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it-IT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it-IT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2FFFFC8-BDDF-C22E-16A8-535CE68D2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066" y="1717884"/>
                <a:ext cx="3123708" cy="6765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0D17B492-1D58-A130-C015-EC66F8B2FABD}"/>
              </a:ext>
            </a:extLst>
          </p:cNvPr>
          <p:cNvSpPr txBox="1"/>
          <p:nvPr/>
        </p:nvSpPr>
        <p:spPr>
          <a:xfrm>
            <a:off x="7273595" y="1582340"/>
            <a:ext cx="4284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Measure the probability that both u and v have a feature f; from a randomly selected featuere that </a:t>
            </a:r>
            <a:r>
              <a:rPr lang="it-IT" dirty="0" err="1"/>
              <a:t>either</a:t>
            </a:r>
            <a:r>
              <a:rPr lang="it-IT" dirty="0"/>
              <a:t> u or v has got.</a:t>
            </a:r>
          </a:p>
          <a:p>
            <a:pPr algn="just"/>
            <a:endParaRPr lang="it-IT" dirty="0"/>
          </a:p>
          <a:p>
            <a:pPr algn="ctr"/>
            <a:r>
              <a:rPr lang="it-IT" dirty="0">
                <a:latin typeface="Abadi" panose="020F0502020204030204" pitchFamily="34" charset="0"/>
              </a:rPr>
              <a:t>↓</a:t>
            </a:r>
          </a:p>
          <a:p>
            <a:pPr algn="ctr"/>
            <a:endParaRPr lang="it-IT" dirty="0">
              <a:latin typeface="Abadi" panose="020F0502020204030204" pitchFamily="34" charset="0"/>
            </a:endParaRPr>
          </a:p>
          <a:p>
            <a:pPr algn="just"/>
            <a:r>
              <a:rPr lang="it-IT" dirty="0"/>
              <a:t>In our case: the probability that a random collaborator that works with u or v, works with both of them.</a:t>
            </a:r>
          </a:p>
          <a:p>
            <a:pPr algn="just"/>
            <a:endParaRPr lang="it-IT" dirty="0"/>
          </a:p>
          <a:p>
            <a:pPr algn="just"/>
            <a:r>
              <a:rPr lang="it-IT" dirty="0"/>
              <a:t>This method is </a:t>
            </a:r>
            <a:r>
              <a:rPr lang="it-IT" dirty="0" err="1"/>
              <a:t>against</a:t>
            </a:r>
            <a:r>
              <a:rPr lang="it-IT" dirty="0"/>
              <a:t> HUB; </a:t>
            </a:r>
            <a:r>
              <a:rPr lang="en-GB" dirty="0"/>
              <a:t>by normalizing the number of shared neighbours by the total number of distinct neighbours of the two nodes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15415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6E50-CEE2-CCC6-ABE6-9B85C8BB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54D71A-FA10-6C75-DF5A-9840FC4F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ADAMIC/ADAR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B02D740-1D4B-5488-524D-23188A0F29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rgbClr val="EA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it-IT" i="1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B143F94C-C079-6BF2-FF62-D17D6B9F9D27}"/>
                  </a:ext>
                </a:extLst>
              </p:cNvPr>
              <p:cNvSpPr txBox="1"/>
              <p:nvPr/>
            </p:nvSpPr>
            <p:spPr>
              <a:xfrm>
                <a:off x="1227066" y="1735901"/>
                <a:ext cx="3123708" cy="642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1" i="1" smtClean="0">
                          <a:latin typeface="Cambria Math" panose="02040503050406030204" pitchFamily="18" charset="0"/>
                        </a:rPr>
                        <m:t>𝒔𝒄𝒐𝒓𝒆</m:t>
                      </m:r>
                      <m:d>
                        <m:dPr>
                          <m:ctrlPr>
                            <a:rPr lang="it-IT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it-IT" sz="1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it-IT" sz="1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sz="1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14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it-IT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it-IT" sz="1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it-IT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it-IT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it-IT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it-IT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sub>
                        <m:sup/>
                        <m:e>
                          <m:f>
                            <m:fPr>
                              <m:ctrlPr>
                                <a:rPr lang="it-IT" sz="1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it-IT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t-IT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it-IT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it-IT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𝑵</m:t>
                                  </m:r>
                                  <m:d>
                                    <m:dPr>
                                      <m:ctrlPr>
                                        <a:rPr lang="it-IT" sz="14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4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  <m:r>
                                    <a:rPr lang="it-IT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func>
                            </m:den>
                          </m:f>
                        </m:e>
                      </m:nary>
                    </m:oMath>
                  </m:oMathPara>
                </a14:m>
                <a:endParaRPr lang="it-IT" sz="14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B143F94C-C079-6BF2-FF62-D17D6B9F9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066" y="1735901"/>
                <a:ext cx="3123708" cy="642997"/>
              </a:xfrm>
              <a:prstGeom prst="rect">
                <a:avLst/>
              </a:prstGeom>
              <a:blipFill>
                <a:blip r:embed="rId2"/>
                <a:stretch>
                  <a:fillRect t="-111429" r="-1754" b="-1561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51DBDEC6-DDBF-1A53-AE52-CB166F5706CF}"/>
              </a:ext>
            </a:extLst>
          </p:cNvPr>
          <p:cNvSpPr txBox="1"/>
          <p:nvPr/>
        </p:nvSpPr>
        <p:spPr>
          <a:xfrm>
            <a:off x="7250308" y="1719500"/>
            <a:ext cx="428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Differently from Jaccard, this method counting common features by weights rares feature more </a:t>
            </a:r>
            <a:r>
              <a:rPr lang="it-IT" dirty="0" err="1"/>
              <a:t>heavily</a:t>
            </a:r>
            <a:r>
              <a:rPr lang="it-IT" dirty="0"/>
              <a:t>.</a:t>
            </a:r>
          </a:p>
          <a:p>
            <a:pPr algn="just"/>
            <a:endParaRPr lang="it-IT" dirty="0"/>
          </a:p>
          <a:p>
            <a:pPr algn="just"/>
            <a:r>
              <a:rPr lang="en-US" dirty="0"/>
              <a:t>N(z)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/>
              <a:t>THE LOWER THE VALUE, THE RARER THE FEATURE.</a:t>
            </a:r>
          </a:p>
          <a:p>
            <a:pPr algn="just"/>
            <a:r>
              <a:rPr lang="en-US" dirty="0"/>
              <a:t>Assign each neighboring node z a weight inversely proportional to the logarithm of its degree.</a:t>
            </a:r>
            <a:endParaRPr lang="it-IT" dirty="0"/>
          </a:p>
          <a:p>
            <a:pPr algn="just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69763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79956-1B07-7AF0-9B86-CA1542947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76778A-A51B-E061-9171-B6DCFCD6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002060"/>
                </a:solidFill>
              </a:rPr>
              <a:t>Preferential</a:t>
            </a:r>
            <a:r>
              <a:rPr lang="it-IT" dirty="0">
                <a:solidFill>
                  <a:srgbClr val="002060"/>
                </a:solidFill>
              </a:rPr>
              <a:t> attachment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01F263D-E1FB-7B1E-EA78-056CEA9609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rgbClr val="EA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it-IT" i="1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E23E22C-8ED6-1C2A-CEC7-3262977EC8D4}"/>
                  </a:ext>
                </a:extLst>
              </p:cNvPr>
              <p:cNvSpPr txBox="1"/>
              <p:nvPr/>
            </p:nvSpPr>
            <p:spPr>
              <a:xfrm>
                <a:off x="1227066" y="1903511"/>
                <a:ext cx="30706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1" i="1">
                          <a:latin typeface="Cambria Math" panose="02040503050406030204" pitchFamily="18" charset="0"/>
                        </a:rPr>
                        <m:t>𝒔𝒄𝒐𝒓𝒆</m:t>
                      </m:r>
                      <m:d>
                        <m:dPr>
                          <m:ctrlPr>
                            <a:rPr lang="it-IT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it-IT" sz="16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6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it-IT" sz="16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it-IT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it-IT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6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e>
                      </m:d>
                      <m:r>
                        <a:rPr lang="it-IT" sz="1600" b="1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lang="it-IT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it-IT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6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it-IT" sz="1600" b="1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E23E22C-8ED6-1C2A-CEC7-3262977EC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066" y="1903511"/>
                <a:ext cx="3070614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31CA104E-4D18-E59A-6DA1-D08DD087E3C3}"/>
              </a:ext>
            </a:extLst>
          </p:cNvPr>
          <p:cNvSpPr txBox="1"/>
          <p:nvPr/>
        </p:nvSpPr>
        <p:spPr>
          <a:xfrm>
            <a:off x="7269973" y="1581001"/>
            <a:ext cx="428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«the </a:t>
            </a:r>
            <a:r>
              <a:rPr lang="it-IT" dirty="0" err="1"/>
              <a:t>rich</a:t>
            </a:r>
            <a:r>
              <a:rPr lang="it-IT" dirty="0"/>
              <a:t> </a:t>
            </a:r>
            <a:r>
              <a:rPr lang="it-IT" dirty="0" err="1"/>
              <a:t>keep</a:t>
            </a:r>
            <a:r>
              <a:rPr lang="it-IT" dirty="0"/>
              <a:t> </a:t>
            </a:r>
            <a:r>
              <a:rPr lang="it-IT" dirty="0" err="1"/>
              <a:t>getting</a:t>
            </a:r>
            <a:r>
              <a:rPr lang="it-IT" dirty="0"/>
              <a:t> </a:t>
            </a:r>
            <a:r>
              <a:rPr lang="it-IT" dirty="0" err="1"/>
              <a:t>richer</a:t>
            </a:r>
            <a:r>
              <a:rPr lang="it-IT" dirty="0"/>
              <a:t>»</a:t>
            </a:r>
          </a:p>
          <a:p>
            <a:pPr algn="just"/>
            <a:endParaRPr lang="it-IT" dirty="0"/>
          </a:p>
          <a:p>
            <a:pPr algn="just"/>
            <a:r>
              <a:rPr lang="en-US" dirty="0"/>
              <a:t>The chance that a node joins the network and connects to u depends on how many neighbors u has.</a:t>
            </a:r>
          </a:p>
          <a:p>
            <a:pPr algn="just"/>
            <a:r>
              <a:rPr lang="en-US" dirty="0"/>
              <a:t>The collaboration between u and v depends only by the fame.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follows the Barabási-Albert model for the growth of scale-free networks.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/>
              <a:t> new nodes connect to existing ones with a probability that is linearly proportional to their degree.</a:t>
            </a:r>
            <a:endParaRPr lang="it-IT" dirty="0"/>
          </a:p>
          <a:p>
            <a:pPr algn="just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011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5BB32-5150-BA77-3370-353FDEE5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58F91B-8B05-28CB-BEF5-14FA1272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002060"/>
                </a:solidFill>
              </a:rPr>
              <a:t>kats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DDE106D-228C-3A1A-68BF-A805169A4C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rgbClr val="EA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it-IT" i="1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E2D524FD-3C1B-07B3-5210-680C820DFF42}"/>
                  </a:ext>
                </a:extLst>
              </p:cNvPr>
              <p:cNvSpPr txBox="1"/>
              <p:nvPr/>
            </p:nvSpPr>
            <p:spPr>
              <a:xfrm>
                <a:off x="1227066" y="1468937"/>
                <a:ext cx="3123708" cy="1176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1" i="1" smtClean="0">
                          <a:latin typeface="Cambria Math" panose="02040503050406030204" pitchFamily="18" charset="0"/>
                        </a:rPr>
                        <m:t>𝒔𝒄𝒐𝒓𝒆</m:t>
                      </m:r>
                      <m:d>
                        <m:dPr>
                          <m:ctrlPr>
                            <a:rPr lang="it-IT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it-IT" sz="1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it-IT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t-IT" sz="1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1400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it-IT" sz="1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it-IT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it-IT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p>
                              <m:r>
                                <a:rPr lang="it-IT" sz="1400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p>
                          </m:sSup>
                          <m:r>
                            <a:rPr lang="it-IT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it-IT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𝒑𝒂𝒕𝒉𝒔</m:t>
                          </m:r>
                          <m:r>
                            <a:rPr lang="it-IT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it-IT" sz="1400" b="1" dirty="0">
                  <a:latin typeface="Abadi" panose="020B0604020104020204" pitchFamily="34" charset="0"/>
                </a:endParaRPr>
              </a:p>
              <a:p>
                <a:pPr algn="ctr"/>
                <a:r>
                  <a:rPr lang="it-IT" b="1" dirty="0">
                    <a:latin typeface="Abadi" panose="020B0604020104020204" pitchFamily="34" charset="0"/>
                  </a:rPr>
                  <a:t>↓</a:t>
                </a:r>
                <a:endParaRPr lang="it-IT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1" i="1">
                          <a:latin typeface="Cambria Math" panose="02040503050406030204" pitchFamily="18" charset="0"/>
                        </a:rPr>
                        <m:t>𝒔𝒄𝒐𝒓𝒆</m:t>
                      </m:r>
                      <m:r>
                        <a:rPr lang="it-IT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400" b="1" i="1">
                          <a:latin typeface="Cambria Math" panose="02040503050406030204" pitchFamily="18" charset="0"/>
                        </a:rPr>
                        <m:t>𝒎𝒂𝒕𝒓𝒊𝒙</m:t>
                      </m:r>
                      <m:r>
                        <a:rPr lang="it-IT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it-IT" sz="1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140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it-IT" sz="1400" b="1" i="1"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</m:d>
                        </m:e>
                        <m:sup>
                          <m:r>
                            <a:rPr lang="it-IT" sz="1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it-IT" sz="1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sz="1400" b="1" i="1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it-IT" sz="14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E2D524FD-3C1B-07B3-5210-680C820DF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066" y="1468937"/>
                <a:ext cx="3123708" cy="1176925"/>
              </a:xfrm>
              <a:prstGeom prst="rect">
                <a:avLst/>
              </a:prstGeom>
              <a:blipFill>
                <a:blip r:embed="rId2"/>
                <a:stretch>
                  <a:fillRect b="-20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6246A66-20D6-F1B1-E5F0-5A1978CD70D0}"/>
                  </a:ext>
                </a:extLst>
              </p:cNvPr>
              <p:cNvSpPr txBox="1"/>
              <p:nvPr/>
            </p:nvSpPr>
            <p:spPr>
              <a:xfrm>
                <a:off x="7309302" y="1714338"/>
                <a:ext cx="4284000" cy="3703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dirty="0"/>
                  <a:t>It looks </a:t>
                </a:r>
                <a:r>
                  <a:rPr lang="it-IT" dirty="0" err="1"/>
                  <a:t>all</a:t>
                </a:r>
                <a:r>
                  <a:rPr lang="it-IT" dirty="0"/>
                  <a:t> the path. Even if we </a:t>
                </a:r>
                <a:r>
                  <a:rPr lang="it-IT" dirty="0" err="1"/>
                  <a:t>haven’t</a:t>
                </a:r>
                <a:r>
                  <a:rPr lang="it-IT" dirty="0"/>
                  <a:t> got friends </a:t>
                </a:r>
                <a:r>
                  <a:rPr lang="it-IT" dirty="0" err="1"/>
                  <a:t>there</a:t>
                </a:r>
                <a:r>
                  <a:rPr lang="it-IT" dirty="0"/>
                  <a:t> is a </a:t>
                </a:r>
                <a:r>
                  <a:rPr lang="it-IT" dirty="0" err="1"/>
                  <a:t>possibility</a:t>
                </a:r>
                <a:r>
                  <a:rPr lang="it-IT" dirty="0"/>
                  <a:t> for our co-autorship.</a:t>
                </a:r>
              </a:p>
              <a:p>
                <a:pPr algn="just"/>
                <a:endParaRPr lang="it-IT" dirty="0"/>
              </a:p>
              <a:p>
                <a:pPr algn="just"/>
                <a:r>
                  <a:rPr lang="it-IT" dirty="0"/>
                  <a:t>β is damping </a:t>
                </a:r>
                <a:r>
                  <a:rPr lang="it-IT" dirty="0" err="1"/>
                  <a:t>factor</a:t>
                </a:r>
                <a:r>
                  <a:rPr lang="it-IT" dirty="0"/>
                  <a:t> [0,1]. It must be the </a:t>
                </a:r>
                <a:r>
                  <a:rPr lang="en-US" dirty="0"/>
                  <a:t>inverse of the largest eigenvalue of M (spectral radius).</a:t>
                </a:r>
              </a:p>
              <a:p>
                <a:pPr algn="just"/>
                <a:endParaRPr lang="it-IT" dirty="0"/>
              </a:p>
              <a:p>
                <a:pPr algn="just"/>
                <a:r>
                  <a:rPr lang="en-US" dirty="0"/>
                  <a:t>Penalizes paths exponentially, based on their length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it-IT" b="0" i="0">
                            <a:latin typeface="Cambria Math" panose="02040503050406030204" pitchFamily="18" charset="0"/>
                          </a:rPr>
                          <m:t>l</m:t>
                        </m:r>
                      </m:sup>
                    </m:sSup>
                  </m:oMath>
                </a14:m>
                <a:r>
                  <a:rPr lang="it-IT" dirty="0"/>
                  <a:t>.</a:t>
                </a:r>
              </a:p>
              <a:p>
                <a:pPr algn="just"/>
                <a:endParaRPr lang="it-IT" dirty="0"/>
              </a:p>
              <a:p>
                <a:pPr algn="just"/>
                <a:r>
                  <a:rPr lang="it-IT" dirty="0"/>
                  <a:t>The score </a:t>
                </a:r>
                <a:r>
                  <a:rPr lang="it-IT" dirty="0" err="1"/>
                  <a:t>equation</a:t>
                </a:r>
                <a:r>
                  <a:rPr lang="it-IT" dirty="0"/>
                  <a:t> is </a:t>
                </a:r>
                <a:r>
                  <a:rPr lang="it-IT" dirty="0" err="1"/>
                  <a:t>rebult</a:t>
                </a:r>
                <a:r>
                  <a:rPr lang="it-IT" dirty="0"/>
                  <a:t> by </a:t>
                </a:r>
                <a:r>
                  <a:rPr lang="it-IT" dirty="0" err="1"/>
                  <a:t>algebra,and</a:t>
                </a:r>
                <a:r>
                  <a:rPr lang="it-IT" dirty="0"/>
                  <a:t> </a:t>
                </a:r>
                <a:r>
                  <a:rPr lang="it-IT" dirty="0" err="1"/>
                  <a:t>it</a:t>
                </a:r>
                <a:r>
                  <a:rPr lang="it-IT" dirty="0"/>
                  <a:t> </a:t>
                </a:r>
                <a:r>
                  <a:rPr lang="it-IT" dirty="0" err="1"/>
                  <a:t>becomes</a:t>
                </a:r>
                <a:r>
                  <a:rPr lang="it-IT" dirty="0"/>
                  <a:t> score </a:t>
                </a:r>
                <a:r>
                  <a:rPr lang="it-IT" dirty="0" err="1"/>
                  <a:t>matrix</a:t>
                </a:r>
                <a:r>
                  <a:rPr lang="it-IT" dirty="0"/>
                  <a:t>.</a:t>
                </a:r>
              </a:p>
              <a:p>
                <a:pPr algn="just"/>
                <a:endParaRPr lang="it-IT" dirty="0"/>
              </a:p>
              <a:p>
                <a:pPr algn="just"/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6246A66-20D6-F1B1-E5F0-5A1978CD7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302" y="1714338"/>
                <a:ext cx="4284000" cy="3703643"/>
              </a:xfrm>
              <a:prstGeom prst="rect">
                <a:avLst/>
              </a:prstGeom>
              <a:blipFill>
                <a:blip r:embed="rId3"/>
                <a:stretch>
                  <a:fillRect l="-1138" t="-822" r="-12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552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AB4D2-870D-A279-7086-34133746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03A3D5-4246-A546-AD2E-B1B76BCB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Hitting time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D67E216-1E67-B2D9-ACA9-3F0F2219F1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rgbClr val="EA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it-IT" i="1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CAA85D5-455E-CD94-031B-6DAE9D7A20A0}"/>
                  </a:ext>
                </a:extLst>
              </p:cNvPr>
              <p:cNvSpPr txBox="1"/>
              <p:nvPr/>
            </p:nvSpPr>
            <p:spPr>
              <a:xfrm>
                <a:off x="1227066" y="1616638"/>
                <a:ext cx="3123708" cy="881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1" i="1" smtClean="0">
                          <a:latin typeface="Cambria Math" panose="02040503050406030204" pitchFamily="18" charset="0"/>
                        </a:rPr>
                        <m:t>𝒔𝒄𝒐𝒓𝒆</m:t>
                      </m:r>
                      <m:d>
                        <m:dPr>
                          <m:ctrlPr>
                            <a:rPr lang="it-IT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it-IT" sz="1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it-IT" sz="1400" b="1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it-IT" b="1" dirty="0"/>
              </a:p>
              <a:p>
                <a:endParaRPr lang="it-IT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1" i="1" smtClean="0">
                          <a:latin typeface="Cambria Math" panose="02040503050406030204" pitchFamily="18" charset="0"/>
                        </a:rPr>
                        <m:t>𝒄𝒐𝒎𝒎𝒖𝒕𝒆</m:t>
                      </m:r>
                      <m:r>
                        <a:rPr lang="it-IT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400" b="1" i="1" smtClean="0">
                          <a:latin typeface="Cambria Math" panose="02040503050406030204" pitchFamily="18" charset="0"/>
                        </a:rPr>
                        <m:t>𝒕𝒊𝒎𝒆</m:t>
                      </m:r>
                      <m:r>
                        <a:rPr lang="it-IT" sz="1400" b="1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it-IT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it-IT" sz="1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it-IT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it-IT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it-IT" sz="1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it-IT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it-IT" sz="14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CAA85D5-455E-CD94-031B-6DAE9D7A2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066" y="1616638"/>
                <a:ext cx="3123708" cy="8815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900A57C6-EAAB-F40B-805D-FF2149406AB2}"/>
              </a:ext>
            </a:extLst>
          </p:cNvPr>
          <p:cNvSpPr txBox="1"/>
          <p:nvPr/>
        </p:nvSpPr>
        <p:spPr>
          <a:xfrm>
            <a:off x="7373470" y="1304002"/>
            <a:ext cx="428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</a:t>
            </a:r>
            <a:r>
              <a:rPr lang="en-GB" b="1" dirty="0"/>
              <a:t>hitting time</a:t>
            </a:r>
            <a:r>
              <a:rPr lang="en-GB" dirty="0"/>
              <a:t> from node (u) to node (u) is defined as the expected number of steps required for a random walk starting at (u) to reach (v) for the first time.</a:t>
            </a:r>
          </a:p>
          <a:p>
            <a:endParaRPr lang="it-IT" dirty="0"/>
          </a:p>
          <a:p>
            <a:r>
              <a:rPr lang="en-GB" dirty="0"/>
              <a:t>The smaller the hitting time, the closer the two nodes are.</a:t>
            </a:r>
          </a:p>
          <a:p>
            <a:endParaRPr lang="en-GB" dirty="0"/>
          </a:p>
          <a:p>
            <a:r>
              <a:rPr lang="en-GB" dirty="0"/>
              <a:t>Hitting time is </a:t>
            </a:r>
            <a:r>
              <a:rPr lang="en-GB" b="1" dirty="0"/>
              <a:t>not symmetric</a:t>
            </a:r>
            <a:r>
              <a:rPr lang="en-GB" dirty="0"/>
              <a:t>, meaning that the hitting time from (x) to (y) is generally different from the hitting time from (y) to (x). </a:t>
            </a:r>
          </a:p>
          <a:p>
            <a:endParaRPr lang="en-GB" dirty="0"/>
          </a:p>
          <a:p>
            <a:r>
              <a:rPr lang="en-GB" dirty="0"/>
              <a:t>To overcome this issue, we consider the </a:t>
            </a:r>
            <a:r>
              <a:rPr lang="en-GB" b="1" dirty="0"/>
              <a:t>commute time</a:t>
            </a:r>
            <a:r>
              <a:rPr lang="en-GB" dirty="0"/>
              <a:t>, which is symmetric and can therefore be used as a similarity score</a:t>
            </a:r>
            <a:endParaRPr lang="it-IT" dirty="0"/>
          </a:p>
          <a:p>
            <a:pPr algn="just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19593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DE06F-5C7F-449F-13FC-85B28C25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B4866-A8A5-8323-2E58-1219779F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Page rank /</a:t>
            </a:r>
            <a:br>
              <a:rPr lang="it-IT" dirty="0">
                <a:solidFill>
                  <a:srgbClr val="002060"/>
                </a:solidFill>
              </a:rPr>
            </a:br>
            <a:r>
              <a:rPr lang="it-IT" dirty="0" err="1">
                <a:solidFill>
                  <a:srgbClr val="002060"/>
                </a:solidFill>
              </a:rPr>
              <a:t>SimRank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3790A1E-E427-2B50-19FB-2DE3DDCFD4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rgbClr val="EAF6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it-IT" i="1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  <a:p>
            <a:endParaRPr lang="it-IT" sz="1400" i="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F03E712-3D94-7080-419F-6B6E947F48F3}"/>
                  </a:ext>
                </a:extLst>
              </p:cNvPr>
              <p:cNvSpPr txBox="1"/>
              <p:nvPr/>
            </p:nvSpPr>
            <p:spPr>
              <a:xfrm>
                <a:off x="1227066" y="1541618"/>
                <a:ext cx="3123708" cy="1031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it-IT" sz="1200" b="1" i="1" smtClean="0">
                          <a:latin typeface="Cambria Math" panose="02040503050406030204" pitchFamily="18" charset="0"/>
                        </a:rPr>
                        <m:t>𝒔𝒊𝒎𝒊𝒍𝒂𝒓𝒊𝒕𝒚</m:t>
                      </m:r>
                      <m:d>
                        <m:dPr>
                          <m:ctrlPr>
                            <a:rPr lang="it-IT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2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it-IT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it-IT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f>
                        <m:fPr>
                          <m:ctrlPr>
                            <a:rPr lang="it-IT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it-IT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it-IT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it-IT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it-IT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it-IT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it-IT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it-IT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it-IT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it-IT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it-IT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𝑵</m:t>
                                  </m:r>
                                  <m:d>
                                    <m:dPr>
                                      <m:ctrlPr>
                                        <a:rPr lang="it-IT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</m:d>
                                  <m:r>
                                    <a:rPr lang="it-IT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𝒔𝒄𝒐𝒓𝒆</m:t>
                                  </m:r>
                                  <m:r>
                                    <a:rPr lang="it-IT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it-IT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it-IT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it-IT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it-IT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it-IT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it-IT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it-IT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|∙|</m:t>
                          </m:r>
                          <m:r>
                            <a:rPr lang="it-IT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it-IT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it-IT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it-IT" sz="1200" b="1" dirty="0">
                  <a:latin typeface="Abadi" panose="020B0604020104020204" pitchFamily="34" charset="0"/>
                </a:endParaRPr>
              </a:p>
              <a:p>
                <a:endParaRPr lang="it-IT" sz="1200" b="1" dirty="0">
                  <a:latin typeface="Abadi" panose="020B0604020104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b="1" i="1" smtClean="0">
                          <a:latin typeface="Cambria Math" panose="02040503050406030204" pitchFamily="18" charset="0"/>
                        </a:rPr>
                        <m:t>𝒔𝒊𝒎𝒊𝒍𝒂𝒓𝒊𝒕𝒚</m:t>
                      </m:r>
                      <m:r>
                        <a:rPr lang="it-IT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it-IT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2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it-IT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it-IT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sz="1200" b="1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F03E712-3D94-7080-419F-6B6E947F4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066" y="1541618"/>
                <a:ext cx="3123708" cy="1031564"/>
              </a:xfrm>
              <a:prstGeom prst="rect">
                <a:avLst/>
              </a:prstGeom>
              <a:blipFill>
                <a:blip r:embed="rId2"/>
                <a:stretch>
                  <a:fillRect t="-9467" b="-11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CE3B0C-C8D9-D7D3-9FC0-A542758E3F37}"/>
              </a:ext>
            </a:extLst>
          </p:cNvPr>
          <p:cNvSpPr txBox="1"/>
          <p:nvPr/>
        </p:nvSpPr>
        <p:spPr>
          <a:xfrm>
            <a:off x="7387960" y="2134999"/>
            <a:ext cx="428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Define score(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under the </a:t>
            </a:r>
            <a:r>
              <a:rPr lang="en-US" i="1" dirty="0"/>
              <a:t>rooted PageRank </a:t>
            </a:r>
            <a:r>
              <a:rPr lang="en-US" dirty="0"/>
              <a:t>measure with parameter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dirty="0"/>
              <a:t> [0, 1] to be the stationary probability of v</a:t>
            </a:r>
            <a:r>
              <a:rPr lang="en-US" i="1" dirty="0"/>
              <a:t> </a:t>
            </a:r>
            <a:r>
              <a:rPr lang="en-US" dirty="0"/>
              <a:t>in a random walk that returns to u</a:t>
            </a:r>
            <a:r>
              <a:rPr lang="en-US" i="1" dirty="0"/>
              <a:t> </a:t>
            </a:r>
            <a:r>
              <a:rPr lang="en-US" dirty="0"/>
              <a:t>with probability each step, moving to a random neighbor with probability 1.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Two nodes are similar if they are joined similar </a:t>
            </a:r>
            <a:r>
              <a:rPr lang="en-US" dirty="0" err="1"/>
              <a:t>neighbours</a:t>
            </a:r>
            <a:r>
              <a:rPr lang="en-US" dirty="0"/>
              <a:t>.</a:t>
            </a:r>
          </a:p>
          <a:p>
            <a:pPr algn="just"/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decay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to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US" dirty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FF4D35FF-C48E-5F72-03F3-9EECC67B7EE7}"/>
              </a:ext>
            </a:extLst>
          </p:cNvPr>
          <p:cNvCxnSpPr/>
          <p:nvPr/>
        </p:nvCxnSpPr>
        <p:spPr>
          <a:xfrm>
            <a:off x="7374194" y="3902424"/>
            <a:ext cx="4296696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760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C9D40-4AAC-760E-7CFD-3A5BC9884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EC68E0-9038-FCB6-F2F5-5333F49BB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Low-rank </a:t>
            </a:r>
            <a:r>
              <a:rPr lang="it-IT" dirty="0" err="1">
                <a:solidFill>
                  <a:srgbClr val="002060"/>
                </a:solidFill>
              </a:rPr>
              <a:t>approach</a:t>
            </a:r>
            <a:r>
              <a:rPr lang="it-IT" dirty="0">
                <a:solidFill>
                  <a:srgbClr val="002060"/>
                </a:solidFill>
              </a:rPr>
              <a:t> /</a:t>
            </a:r>
            <a:br>
              <a:rPr lang="it-IT" dirty="0">
                <a:solidFill>
                  <a:srgbClr val="002060"/>
                </a:solidFill>
              </a:rPr>
            </a:br>
            <a:r>
              <a:rPr lang="it-IT" dirty="0" err="1">
                <a:solidFill>
                  <a:srgbClr val="002060"/>
                </a:solidFill>
              </a:rPr>
              <a:t>unseen</a:t>
            </a:r>
            <a:r>
              <a:rPr lang="it-IT" dirty="0">
                <a:solidFill>
                  <a:srgbClr val="002060"/>
                </a:solidFill>
              </a:rPr>
              <a:t> </a:t>
            </a:r>
            <a:r>
              <a:rPr lang="it-IT" dirty="0" err="1">
                <a:solidFill>
                  <a:srgbClr val="002060"/>
                </a:solidFill>
              </a:rPr>
              <a:t>bigrams</a:t>
            </a:r>
            <a:r>
              <a:rPr lang="it-IT" dirty="0">
                <a:solidFill>
                  <a:srgbClr val="002060"/>
                </a:solidFill>
              </a:rPr>
              <a:t> /</a:t>
            </a:r>
            <a:br>
              <a:rPr lang="it-IT" dirty="0">
                <a:solidFill>
                  <a:srgbClr val="002060"/>
                </a:solidFill>
              </a:rPr>
            </a:br>
            <a:r>
              <a:rPr lang="it-IT" dirty="0">
                <a:solidFill>
                  <a:srgbClr val="002060"/>
                </a:solidFill>
              </a:rPr>
              <a:t>clustering</a:t>
            </a:r>
            <a:br>
              <a:rPr lang="it-IT" dirty="0"/>
            </a:b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7386E25-E033-9199-4B56-3F715604670D}"/>
              </a:ext>
            </a:extLst>
          </p:cNvPr>
          <p:cNvSpPr txBox="1"/>
          <p:nvPr/>
        </p:nvSpPr>
        <p:spPr>
          <a:xfrm>
            <a:off x="7387960" y="2134999"/>
            <a:ext cx="4284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This methos use matrix M, and in particular his rank. Thanks to that they can remove </a:t>
            </a:r>
            <a:r>
              <a:rPr lang="en-US" dirty="0" err="1"/>
              <a:t>rumour</a:t>
            </a:r>
            <a:r>
              <a:rPr lang="en-US" dirty="0"/>
              <a:t> in the graph. On this matrix we can calculate both Katz and Common </a:t>
            </a:r>
            <a:r>
              <a:rPr lang="en-US" dirty="0" err="1"/>
              <a:t>neighbours</a:t>
            </a:r>
            <a:r>
              <a:rPr lang="en-US" dirty="0"/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SPECTRAL DECOMPOSITION.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  <a:p>
            <a:pPr algn="just"/>
            <a:r>
              <a:rPr lang="en-US" dirty="0"/>
              <a:t>If the common neighbors of u and v are themselves strongly connected (forming cliques or dense triangles), the social pressure to close the link between u and v is much higher compared to a situation where the common neighbors are isolated from each other.</a:t>
            </a:r>
          </a:p>
          <a:p>
            <a:pPr algn="just"/>
            <a:endParaRPr lang="en-US" dirty="0"/>
          </a:p>
          <a:p>
            <a:pPr algn="just"/>
            <a:endParaRPr lang="it-IT" dirty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9A32940F-EB08-ECFB-9464-FB1052FB8433}"/>
              </a:ext>
            </a:extLst>
          </p:cNvPr>
          <p:cNvCxnSpPr/>
          <p:nvPr/>
        </p:nvCxnSpPr>
        <p:spPr>
          <a:xfrm>
            <a:off x="7375264" y="3823766"/>
            <a:ext cx="4296696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303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D8B448-046A-178A-10CD-A0DF2F907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Results’s</a:t>
            </a:r>
            <a:r>
              <a:rPr lang="it-IT" dirty="0"/>
              <a:t> </a:t>
            </a:r>
            <a:r>
              <a:rPr lang="it-IT" dirty="0" err="1"/>
              <a:t>analysis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E2308C7-32BC-CC9C-CEEF-2E03CE9E8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1682496"/>
          </a:xfrm>
        </p:spPr>
        <p:txBody>
          <a:bodyPr/>
          <a:lstStyle/>
          <a:p>
            <a:r>
              <a:rPr lang="it-IT" dirty="0"/>
              <a:t>Link Prediction task is </a:t>
            </a:r>
            <a:r>
              <a:rPr lang="it-IT" dirty="0" err="1"/>
              <a:t>highly</a:t>
            </a:r>
            <a:r>
              <a:rPr lang="it-IT" dirty="0"/>
              <a:t> </a:t>
            </a:r>
            <a:r>
              <a:rPr lang="it-IT" dirty="0" err="1"/>
              <a:t>imbalanced</a:t>
            </a:r>
            <a:r>
              <a:rPr lang="it-IT" dirty="0"/>
              <a:t> due to the </a:t>
            </a:r>
            <a:r>
              <a:rPr lang="it-IT" dirty="0" err="1"/>
              <a:t>sparsity</a:t>
            </a:r>
            <a:r>
              <a:rPr lang="it-IT" dirty="0"/>
              <a:t> of the network. For this </a:t>
            </a:r>
            <a:r>
              <a:rPr lang="it-IT" dirty="0" err="1"/>
              <a:t>reason</a:t>
            </a:r>
            <a:r>
              <a:rPr lang="it-IT" dirty="0"/>
              <a:t> the </a:t>
            </a:r>
            <a:r>
              <a:rPr lang="it-IT" dirty="0" err="1"/>
              <a:t>reported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represent</a:t>
            </a:r>
            <a:r>
              <a:rPr lang="it-IT" dirty="0"/>
              <a:t> the </a:t>
            </a:r>
            <a:r>
              <a:rPr lang="it-IT" b="1" dirty="0" err="1"/>
              <a:t>Improvement</a:t>
            </a:r>
            <a:r>
              <a:rPr lang="it-IT" b="1" dirty="0"/>
              <a:t> Factor (IF)</a:t>
            </a:r>
            <a:r>
              <a:rPr lang="it-IT" dirty="0"/>
              <a:t> relative to a </a:t>
            </a:r>
            <a:r>
              <a:rPr lang="it-IT" b="1" dirty="0"/>
              <a:t>Random </a:t>
            </a:r>
            <a:r>
              <a:rPr lang="it-IT" b="1" dirty="0" err="1"/>
              <a:t>Predictor</a:t>
            </a:r>
            <a:r>
              <a:rPr lang="it-IT" b="1" dirty="0"/>
              <a:t> (RP)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7523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58E84-C83F-D76A-B9D6-68A1AF15E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B6C368EC-3938-0CE4-CAFE-137DBD9C4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89" y="2563806"/>
            <a:ext cx="8009650" cy="3915596"/>
          </a:xfrm>
          <a:prstGeom prst="rect">
            <a:avLst/>
          </a:prstGeom>
        </p:spPr>
      </p:pic>
      <p:sp>
        <p:nvSpPr>
          <p:cNvPr id="7" name="Ovale 6">
            <a:extLst>
              <a:ext uri="{FF2B5EF4-FFF2-40B4-BE49-F238E27FC236}">
                <a16:creationId xmlns:a16="http://schemas.microsoft.com/office/drawing/2014/main" id="{88F73C28-8425-F893-F189-5ED68FFE1470}"/>
              </a:ext>
            </a:extLst>
          </p:cNvPr>
          <p:cNvSpPr/>
          <p:nvPr/>
        </p:nvSpPr>
        <p:spPr>
          <a:xfrm>
            <a:off x="7086699" y="4099560"/>
            <a:ext cx="228600" cy="1981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B4793755-BAAB-FEB1-42B3-A2D6074EDAC1}"/>
              </a:ext>
            </a:extLst>
          </p:cNvPr>
          <p:cNvCxnSpPr>
            <a:stCxn id="7" idx="6"/>
          </p:cNvCxnSpPr>
          <p:nvPr/>
        </p:nvCxnSpPr>
        <p:spPr>
          <a:xfrm flipV="1">
            <a:off x="7315299" y="4191000"/>
            <a:ext cx="1501041" cy="76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3070EF9-A745-027B-B494-D94013E07DFE}"/>
              </a:ext>
            </a:extLst>
          </p:cNvPr>
          <p:cNvSpPr txBox="1"/>
          <p:nvPr/>
        </p:nvSpPr>
        <p:spPr>
          <a:xfrm>
            <a:off x="8816340" y="4064042"/>
            <a:ext cx="31318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The Hitting Time is heavily affected by the hub bias</a:t>
            </a:r>
            <a:endParaRPr lang="it-IT" sz="1050" dirty="0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BD59E7CD-81AE-441F-F9B9-F1832740CE46}"/>
              </a:ext>
            </a:extLst>
          </p:cNvPr>
          <p:cNvSpPr/>
          <p:nvPr/>
        </p:nvSpPr>
        <p:spPr>
          <a:xfrm>
            <a:off x="7056219" y="355854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0E24786D-1C6B-9084-7B4A-0EEAAAFE9324}"/>
              </a:ext>
            </a:extLst>
          </p:cNvPr>
          <p:cNvSpPr/>
          <p:nvPr/>
        </p:nvSpPr>
        <p:spPr>
          <a:xfrm>
            <a:off x="7886799" y="356616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837F7060-5CEA-0B49-BC91-ABADFA5BDE8A}"/>
              </a:ext>
            </a:extLst>
          </p:cNvPr>
          <p:cNvSpPr/>
          <p:nvPr/>
        </p:nvSpPr>
        <p:spPr>
          <a:xfrm>
            <a:off x="6225639" y="356616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0C64661A-7D76-0767-DCD7-CA46CFE1424E}"/>
              </a:ext>
            </a:extLst>
          </p:cNvPr>
          <p:cNvSpPr/>
          <p:nvPr/>
        </p:nvSpPr>
        <p:spPr>
          <a:xfrm>
            <a:off x="5356959" y="355854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10FB323E-5DFB-EBB1-5643-382E00B09F44}"/>
              </a:ext>
            </a:extLst>
          </p:cNvPr>
          <p:cNvSpPr/>
          <p:nvPr/>
        </p:nvSpPr>
        <p:spPr>
          <a:xfrm>
            <a:off x="7894419" y="624078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0F6B3B03-E28F-60AC-C9F2-B0277FC56DC3}"/>
              </a:ext>
            </a:extLst>
          </p:cNvPr>
          <p:cNvSpPr/>
          <p:nvPr/>
        </p:nvSpPr>
        <p:spPr>
          <a:xfrm>
            <a:off x="6225639" y="622554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66DB1730-9050-5A3C-571C-DD70DA2EEF75}"/>
              </a:ext>
            </a:extLst>
          </p:cNvPr>
          <p:cNvSpPr/>
          <p:nvPr/>
        </p:nvSpPr>
        <p:spPr>
          <a:xfrm>
            <a:off x="5356959" y="623316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FB23382E-9020-B464-17A3-894B4937CBB6}"/>
              </a:ext>
            </a:extLst>
          </p:cNvPr>
          <p:cNvCxnSpPr/>
          <p:nvPr/>
        </p:nvCxnSpPr>
        <p:spPr>
          <a:xfrm flipV="1">
            <a:off x="8133179" y="3657600"/>
            <a:ext cx="720000" cy="76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F8E353D2-D672-FD4F-67FF-B7735494B20E}"/>
              </a:ext>
            </a:extLst>
          </p:cNvPr>
          <p:cNvCxnSpPr/>
          <p:nvPr/>
        </p:nvCxnSpPr>
        <p:spPr>
          <a:xfrm flipV="1">
            <a:off x="8138259" y="6324600"/>
            <a:ext cx="720000" cy="76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FE16BC5B-FB65-1EDC-8F15-1A7337B371D0}"/>
              </a:ext>
            </a:extLst>
          </p:cNvPr>
          <p:cNvSpPr txBox="1"/>
          <p:nvPr/>
        </p:nvSpPr>
        <p:spPr>
          <a:xfrm>
            <a:off x="8816340" y="3491553"/>
            <a:ext cx="3251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Adamic/Adar manages to clean up the local neighborhood by penalizing the hubs using the logarithmic scale</a:t>
            </a:r>
            <a:endParaRPr lang="it-IT" sz="1050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2DDCCCD-5D3A-E0CA-540D-34BA7F2A4409}"/>
              </a:ext>
            </a:extLst>
          </p:cNvPr>
          <p:cNvSpPr txBox="1"/>
          <p:nvPr/>
        </p:nvSpPr>
        <p:spPr>
          <a:xfrm>
            <a:off x="8926830" y="6141031"/>
            <a:ext cx="31318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Katz extracts the clean signal by calculating the convergence across all global paths in the network</a:t>
            </a:r>
            <a:endParaRPr lang="it-IT" sz="105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39F778B-19EE-7033-00F4-BCF3CD3B24E9}"/>
              </a:ext>
            </a:extLst>
          </p:cNvPr>
          <p:cNvSpPr txBox="1"/>
          <p:nvPr/>
        </p:nvSpPr>
        <p:spPr>
          <a:xfrm>
            <a:off x="509286" y="1539433"/>
            <a:ext cx="800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graph alone allows me to carry out effective link prediction, since it far surpasses the random predictor.</a:t>
            </a:r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94FF0F4-0E78-CA63-14B4-1346C1EE3867}"/>
              </a:ext>
            </a:extLst>
          </p:cNvPr>
          <p:cNvSpPr/>
          <p:nvPr/>
        </p:nvSpPr>
        <p:spPr>
          <a:xfrm>
            <a:off x="509286" y="2870520"/>
            <a:ext cx="2639028" cy="18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5039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e 6">
            <a:extLst>
              <a:ext uri="{FF2B5EF4-FFF2-40B4-BE49-F238E27FC236}">
                <a16:creationId xmlns:a16="http://schemas.microsoft.com/office/drawing/2014/main" id="{D511EFD5-7C3F-0832-2E55-DC672283AC72}"/>
              </a:ext>
            </a:extLst>
          </p:cNvPr>
          <p:cNvSpPr/>
          <p:nvPr/>
        </p:nvSpPr>
        <p:spPr>
          <a:xfrm>
            <a:off x="7086699" y="4099560"/>
            <a:ext cx="228600" cy="1981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330A4D5-D1FC-5EBD-F98D-B50E8D7E9555}"/>
              </a:ext>
            </a:extLst>
          </p:cNvPr>
          <p:cNvSpPr txBox="1"/>
          <p:nvPr/>
        </p:nvSpPr>
        <p:spPr>
          <a:xfrm>
            <a:off x="8816340" y="2999446"/>
            <a:ext cx="32423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The subcommunity of scientists dealing with General Relativity (gr-qc) has an intrinsically very simple collaborative structure. For this reason, the value increases as the rank decreases.</a:t>
            </a:r>
            <a:endParaRPr lang="it-IT" sz="1050" dirty="0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B10CE3D4-19CE-09A4-3AF6-1FB15CA58965}"/>
              </a:ext>
            </a:extLst>
          </p:cNvPr>
          <p:cNvSpPr/>
          <p:nvPr/>
        </p:nvSpPr>
        <p:spPr>
          <a:xfrm>
            <a:off x="7056219" y="355854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9D2860F9-9438-4DD6-3B88-3AC2F06DF03A}"/>
              </a:ext>
            </a:extLst>
          </p:cNvPr>
          <p:cNvSpPr/>
          <p:nvPr/>
        </p:nvSpPr>
        <p:spPr>
          <a:xfrm>
            <a:off x="7886799" y="356616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5ED1C5DD-4FB0-1B33-E1A2-DB40EED66C3C}"/>
              </a:ext>
            </a:extLst>
          </p:cNvPr>
          <p:cNvSpPr/>
          <p:nvPr/>
        </p:nvSpPr>
        <p:spPr>
          <a:xfrm>
            <a:off x="6225639" y="356616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80F49F31-C70B-8CE2-7468-3467B015A251}"/>
              </a:ext>
            </a:extLst>
          </p:cNvPr>
          <p:cNvSpPr/>
          <p:nvPr/>
        </p:nvSpPr>
        <p:spPr>
          <a:xfrm>
            <a:off x="5356959" y="355854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C69EFA78-6ED8-03E7-6619-55DF651EBFE8}"/>
              </a:ext>
            </a:extLst>
          </p:cNvPr>
          <p:cNvSpPr/>
          <p:nvPr/>
        </p:nvSpPr>
        <p:spPr>
          <a:xfrm>
            <a:off x="7894419" y="624078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658002B9-F2A5-01F2-0253-9DDC23F631A6}"/>
              </a:ext>
            </a:extLst>
          </p:cNvPr>
          <p:cNvSpPr/>
          <p:nvPr/>
        </p:nvSpPr>
        <p:spPr>
          <a:xfrm>
            <a:off x="6225639" y="622554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4079607A-8F79-2319-D9E7-18081AFABA13}"/>
              </a:ext>
            </a:extLst>
          </p:cNvPr>
          <p:cNvSpPr/>
          <p:nvPr/>
        </p:nvSpPr>
        <p:spPr>
          <a:xfrm>
            <a:off x="5356959" y="623316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6A0349FA-4AC8-553A-BD67-52FF84C9AF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2" t="1209" r="1716" b="8361"/>
          <a:stretch>
            <a:fillRect/>
          </a:stretch>
        </p:blipFill>
        <p:spPr>
          <a:xfrm>
            <a:off x="475589" y="1019450"/>
            <a:ext cx="7962447" cy="5491379"/>
          </a:xfrm>
          <a:prstGeom prst="rect">
            <a:avLst/>
          </a:prstGeom>
        </p:spPr>
      </p:pic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A14B5A4A-0958-EEF3-E3A2-17DAC58AFCF7}"/>
              </a:ext>
            </a:extLst>
          </p:cNvPr>
          <p:cNvCxnSpPr>
            <a:cxnSpLocks/>
          </p:cNvCxnSpPr>
          <p:nvPr/>
        </p:nvCxnSpPr>
        <p:spPr>
          <a:xfrm>
            <a:off x="6507436" y="3278849"/>
            <a:ext cx="2308904" cy="129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tangolo 33">
            <a:extLst>
              <a:ext uri="{FF2B5EF4-FFF2-40B4-BE49-F238E27FC236}">
                <a16:creationId xmlns:a16="http://schemas.microsoft.com/office/drawing/2014/main" id="{B892F965-15D0-22F1-5FC1-CE3E9062D57F}"/>
              </a:ext>
            </a:extLst>
          </p:cNvPr>
          <p:cNvSpPr/>
          <p:nvPr/>
        </p:nvSpPr>
        <p:spPr>
          <a:xfrm>
            <a:off x="6202489" y="2801072"/>
            <a:ext cx="341786" cy="90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3861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AB319-F958-0EB5-B3F4-CFB510B83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e 6">
            <a:extLst>
              <a:ext uri="{FF2B5EF4-FFF2-40B4-BE49-F238E27FC236}">
                <a16:creationId xmlns:a16="http://schemas.microsoft.com/office/drawing/2014/main" id="{7B56066A-CC80-9798-BD22-63D462B182BD}"/>
              </a:ext>
            </a:extLst>
          </p:cNvPr>
          <p:cNvSpPr/>
          <p:nvPr/>
        </p:nvSpPr>
        <p:spPr>
          <a:xfrm>
            <a:off x="7086699" y="4099560"/>
            <a:ext cx="228600" cy="1981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772B6ABF-443D-9196-9428-91A9B07BC299}"/>
              </a:ext>
            </a:extLst>
          </p:cNvPr>
          <p:cNvSpPr/>
          <p:nvPr/>
        </p:nvSpPr>
        <p:spPr>
          <a:xfrm>
            <a:off x="7056219" y="355854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5B5559D5-344F-D96B-B2ED-74772C2072A6}"/>
              </a:ext>
            </a:extLst>
          </p:cNvPr>
          <p:cNvSpPr/>
          <p:nvPr/>
        </p:nvSpPr>
        <p:spPr>
          <a:xfrm>
            <a:off x="6225639" y="356616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B8450F21-DFA0-E5E3-D481-A21FF6AD1F67}"/>
              </a:ext>
            </a:extLst>
          </p:cNvPr>
          <p:cNvSpPr/>
          <p:nvPr/>
        </p:nvSpPr>
        <p:spPr>
          <a:xfrm>
            <a:off x="5356959" y="355854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2952E7C9-AB6A-0710-B706-9154E02B0452}"/>
              </a:ext>
            </a:extLst>
          </p:cNvPr>
          <p:cNvSpPr/>
          <p:nvPr/>
        </p:nvSpPr>
        <p:spPr>
          <a:xfrm>
            <a:off x="6225639" y="622554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B229E5AF-25FE-9694-E52D-2A8F5A49B86F}"/>
              </a:ext>
            </a:extLst>
          </p:cNvPr>
          <p:cNvSpPr/>
          <p:nvPr/>
        </p:nvSpPr>
        <p:spPr>
          <a:xfrm>
            <a:off x="5356959" y="6233160"/>
            <a:ext cx="252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DF6ED3C9-4835-8211-C7DE-3D78CD610C33}"/>
              </a:ext>
            </a:extLst>
          </p:cNvPr>
          <p:cNvSpPr/>
          <p:nvPr/>
        </p:nvSpPr>
        <p:spPr>
          <a:xfrm>
            <a:off x="6202489" y="2801072"/>
            <a:ext cx="341786" cy="90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384FC25-0CEF-2B65-5CC7-F530D56D3D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96" t="800" r="17226" b="12300"/>
          <a:stretch>
            <a:fillRect/>
          </a:stretch>
        </p:blipFill>
        <p:spPr>
          <a:xfrm rot="5400000">
            <a:off x="1196003" y="299037"/>
            <a:ext cx="5491379" cy="6932208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C0A96A3-B81E-BE4B-CFBB-47EAB12F3178}"/>
              </a:ext>
            </a:extLst>
          </p:cNvPr>
          <p:cNvSpPr txBox="1"/>
          <p:nvPr/>
        </p:nvSpPr>
        <p:spPr>
          <a:xfrm>
            <a:off x="2484988" y="6160793"/>
            <a:ext cx="3242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They decide to put it at 1.0</a:t>
            </a:r>
            <a:endParaRPr lang="it-IT" sz="1050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13A53DD-2FDF-083E-E731-AB327BF68050}"/>
              </a:ext>
            </a:extLst>
          </p:cNvPr>
          <p:cNvSpPr/>
          <p:nvPr/>
        </p:nvSpPr>
        <p:spPr>
          <a:xfrm>
            <a:off x="5588638" y="1991360"/>
            <a:ext cx="138660" cy="18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7CE63D51-3E80-D93F-B111-1082710903C3}"/>
              </a:ext>
            </a:extLst>
          </p:cNvPr>
          <p:cNvCxnSpPr/>
          <p:nvPr/>
        </p:nvCxnSpPr>
        <p:spPr>
          <a:xfrm>
            <a:off x="5712058" y="2138680"/>
            <a:ext cx="191810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1F43B44-E951-24FC-C56D-9C59CBB16FE9}"/>
              </a:ext>
            </a:extLst>
          </p:cNvPr>
          <p:cNvSpPr txBox="1"/>
          <p:nvPr/>
        </p:nvSpPr>
        <p:spPr>
          <a:xfrm>
            <a:off x="7564875" y="2011722"/>
            <a:ext cx="3242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Media performance based on all five datasets</a:t>
            </a:r>
            <a:endParaRPr lang="it-IT" sz="1050" dirty="0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4B258439-9D92-8072-3DAE-D7B9F522997F}"/>
              </a:ext>
            </a:extLst>
          </p:cNvPr>
          <p:cNvCxnSpPr/>
          <p:nvPr/>
        </p:nvCxnSpPr>
        <p:spPr>
          <a:xfrm flipV="1">
            <a:off x="3779520" y="802640"/>
            <a:ext cx="0" cy="1117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F4A85E37-1E60-ECAF-C4D0-C8B88F2655A8}"/>
              </a:ext>
            </a:extLst>
          </p:cNvPr>
          <p:cNvCxnSpPr/>
          <p:nvPr/>
        </p:nvCxnSpPr>
        <p:spPr>
          <a:xfrm flipV="1">
            <a:off x="7308219" y="782320"/>
            <a:ext cx="0" cy="1117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028A880-4BF4-17FF-6B18-85D710B18FC7}"/>
              </a:ext>
            </a:extLst>
          </p:cNvPr>
          <p:cNvSpPr txBox="1"/>
          <p:nvPr/>
        </p:nvSpPr>
        <p:spPr>
          <a:xfrm>
            <a:off x="3460235" y="548724"/>
            <a:ext cx="10101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Max value</a:t>
            </a:r>
            <a:endParaRPr lang="it-IT" sz="1050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AA8B4B0-3181-81E8-A196-1A3ACC78F12A}"/>
              </a:ext>
            </a:extLst>
          </p:cNvPr>
          <p:cNvSpPr txBox="1"/>
          <p:nvPr/>
        </p:nvSpPr>
        <p:spPr>
          <a:xfrm>
            <a:off x="6902715" y="548724"/>
            <a:ext cx="10101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Min value</a:t>
            </a:r>
            <a:endParaRPr lang="it-IT" sz="1050" dirty="0"/>
          </a:p>
        </p:txBody>
      </p:sp>
      <p:sp>
        <p:nvSpPr>
          <p:cNvPr id="27" name="Stella a 5 punte 26">
            <a:extLst>
              <a:ext uri="{FF2B5EF4-FFF2-40B4-BE49-F238E27FC236}">
                <a16:creationId xmlns:a16="http://schemas.microsoft.com/office/drawing/2014/main" id="{3252FA50-6C8F-820A-1E3C-9035543BD19B}"/>
              </a:ext>
            </a:extLst>
          </p:cNvPr>
          <p:cNvSpPr/>
          <p:nvPr/>
        </p:nvSpPr>
        <p:spPr>
          <a:xfrm>
            <a:off x="5547311" y="1609934"/>
            <a:ext cx="222873" cy="21196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72FBB692-BB63-729D-914D-962B2F7C5AF0}"/>
              </a:ext>
            </a:extLst>
          </p:cNvPr>
          <p:cNvCxnSpPr/>
          <p:nvPr/>
        </p:nvCxnSpPr>
        <p:spPr>
          <a:xfrm flipV="1">
            <a:off x="5727298" y="782320"/>
            <a:ext cx="0" cy="8276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B949F91-A70C-78FE-B9B0-48A4C009449C}"/>
              </a:ext>
            </a:extLst>
          </p:cNvPr>
          <p:cNvSpPr txBox="1"/>
          <p:nvPr/>
        </p:nvSpPr>
        <p:spPr>
          <a:xfrm>
            <a:off x="5029204" y="540592"/>
            <a:ext cx="15951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How better is the algorithm</a:t>
            </a:r>
            <a:endParaRPr lang="it-IT" sz="1050" dirty="0"/>
          </a:p>
        </p:txBody>
      </p: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8D49EA46-1368-C136-4B77-369455C55D44}"/>
              </a:ext>
            </a:extLst>
          </p:cNvPr>
          <p:cNvCxnSpPr/>
          <p:nvPr/>
        </p:nvCxnSpPr>
        <p:spPr>
          <a:xfrm>
            <a:off x="1097280" y="4968240"/>
            <a:ext cx="10566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FCE98D5C-0361-1C40-C6D1-808C545C285A}"/>
              </a:ext>
            </a:extLst>
          </p:cNvPr>
          <p:cNvSpPr txBox="1"/>
          <p:nvPr/>
        </p:nvSpPr>
        <p:spPr>
          <a:xfrm>
            <a:off x="4670568" y="5088252"/>
            <a:ext cx="3242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Here the problem are hub as I said before</a:t>
            </a:r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2185047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2A05F-1A1B-1EC5-6ABD-539C7C5B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26557C92-7C93-2B4E-2D88-B064A4930E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63" t="3696" r="18417" b="10280"/>
          <a:stretch>
            <a:fillRect/>
          </a:stretch>
        </p:blipFill>
        <p:spPr>
          <a:xfrm rot="5400000">
            <a:off x="950893" y="901416"/>
            <a:ext cx="4991000" cy="5888492"/>
          </a:xfrm>
          <a:prstGeom prst="rect">
            <a:avLst/>
          </a:prstGeom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6BD19CF9-0E41-C1CC-FAC3-A8B89034F73C}"/>
              </a:ext>
            </a:extLst>
          </p:cNvPr>
          <p:cNvSpPr/>
          <p:nvPr/>
        </p:nvSpPr>
        <p:spPr>
          <a:xfrm>
            <a:off x="4057018" y="2470228"/>
            <a:ext cx="138660" cy="18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D2A58B2-CF5C-85D0-71C0-4FFF11635818}"/>
              </a:ext>
            </a:extLst>
          </p:cNvPr>
          <p:cNvSpPr/>
          <p:nvPr/>
        </p:nvSpPr>
        <p:spPr>
          <a:xfrm>
            <a:off x="4231184" y="2203357"/>
            <a:ext cx="138660" cy="18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1B9AB3F-1C2D-9FCE-CD3D-D1BBD635EEF4}"/>
              </a:ext>
            </a:extLst>
          </p:cNvPr>
          <p:cNvSpPr/>
          <p:nvPr/>
        </p:nvSpPr>
        <p:spPr>
          <a:xfrm>
            <a:off x="4057018" y="3014299"/>
            <a:ext cx="138660" cy="18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9AC3BB3-73DA-0B4A-617B-C5E07700BE4F}"/>
              </a:ext>
            </a:extLst>
          </p:cNvPr>
          <p:cNvSpPr/>
          <p:nvPr/>
        </p:nvSpPr>
        <p:spPr>
          <a:xfrm>
            <a:off x="4057018" y="2750853"/>
            <a:ext cx="138660" cy="18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Parentesi graffa chiusa 25">
            <a:extLst>
              <a:ext uri="{FF2B5EF4-FFF2-40B4-BE49-F238E27FC236}">
                <a16:creationId xmlns:a16="http://schemas.microsoft.com/office/drawing/2014/main" id="{A2B9F468-DBD1-BC86-D5C7-0E2F402AAF64}"/>
              </a:ext>
            </a:extLst>
          </p:cNvPr>
          <p:cNvSpPr/>
          <p:nvPr/>
        </p:nvSpPr>
        <p:spPr>
          <a:xfrm>
            <a:off x="5425440" y="2011680"/>
            <a:ext cx="381000" cy="118261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it-IT" dirty="0"/>
              <a:t>             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25C8912-7137-78FA-B129-D0160234637D}"/>
              </a:ext>
            </a:extLst>
          </p:cNvPr>
          <p:cNvSpPr txBox="1"/>
          <p:nvPr/>
        </p:nvSpPr>
        <p:spPr>
          <a:xfrm>
            <a:off x="6004560" y="2383357"/>
            <a:ext cx="22936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 err="1"/>
              <a:t>These</a:t>
            </a:r>
            <a:r>
              <a:rPr lang="it-IT" sz="1050" dirty="0"/>
              <a:t> are over the </a:t>
            </a:r>
            <a:r>
              <a:rPr lang="it-IT" sz="1050" dirty="0" err="1"/>
              <a:t>row</a:t>
            </a:r>
            <a:r>
              <a:rPr lang="it-IT" sz="1050" dirty="0"/>
              <a:t>, so are more </a:t>
            </a:r>
            <a:r>
              <a:rPr lang="it-IT" sz="1050" dirty="0" err="1"/>
              <a:t>efficient</a:t>
            </a:r>
            <a:r>
              <a:rPr lang="it-IT" sz="1050" dirty="0"/>
              <a:t> </a:t>
            </a:r>
            <a:r>
              <a:rPr lang="it-IT" sz="1050" dirty="0" err="1"/>
              <a:t>than</a:t>
            </a:r>
            <a:r>
              <a:rPr lang="it-IT" sz="1050" dirty="0"/>
              <a:t> the </a:t>
            </a:r>
            <a:r>
              <a:rPr lang="it-IT" sz="1050" dirty="0" err="1"/>
              <a:t>others</a:t>
            </a:r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488734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7CCB7165-3865-D5EF-D647-82F6C4824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079" y="1828229"/>
            <a:ext cx="5717842" cy="3201542"/>
          </a:xfrm>
          <a:prstGeom prst="rect">
            <a:avLst/>
          </a:prstGeom>
        </p:spPr>
      </p:pic>
      <p:sp>
        <p:nvSpPr>
          <p:cNvPr id="6" name="Ovale 5">
            <a:extLst>
              <a:ext uri="{FF2B5EF4-FFF2-40B4-BE49-F238E27FC236}">
                <a16:creationId xmlns:a16="http://schemas.microsoft.com/office/drawing/2014/main" id="{0ED4F7B4-E166-2974-8706-8C35890C937A}"/>
              </a:ext>
            </a:extLst>
          </p:cNvPr>
          <p:cNvSpPr/>
          <p:nvPr/>
        </p:nvSpPr>
        <p:spPr>
          <a:xfrm>
            <a:off x="5872480" y="2204720"/>
            <a:ext cx="1056640" cy="32015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41D5E41-ABCF-9065-0AA6-5D8564F1D775}"/>
              </a:ext>
            </a:extLst>
          </p:cNvPr>
          <p:cNvCxnSpPr/>
          <p:nvPr/>
        </p:nvCxnSpPr>
        <p:spPr>
          <a:xfrm>
            <a:off x="6624320" y="2316480"/>
            <a:ext cx="2304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73EDA09-E20C-761A-45E0-EF8B0D0233EB}"/>
              </a:ext>
            </a:extLst>
          </p:cNvPr>
          <p:cNvSpPr txBox="1"/>
          <p:nvPr/>
        </p:nvSpPr>
        <p:spPr>
          <a:xfrm>
            <a:off x="8954921" y="2094746"/>
            <a:ext cx="32423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The subcommunity of scientists dealing with General Relativity (gr-qc) has an intrinsically very simple collaborative structure. For this reason, the value increases as the rank decreases.</a:t>
            </a:r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2169776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48894-6981-78EB-D000-5AC4A5A25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egnaposto immagine 7" descr="Struttura bianca del DNA">
            <a:extLst>
              <a:ext uri="{FF2B5EF4-FFF2-40B4-BE49-F238E27FC236}">
                <a16:creationId xmlns:a16="http://schemas.microsoft.com/office/drawing/2014/main" id="{CED292DF-847E-2B5E-D31C-F11DFB4EB08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48E4141F-E63A-F42E-2681-A4D39F247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rtlCol="0" anchor="ctr" anchorCtr="0"/>
          <a:lstStyle/>
          <a:p>
            <a:pPr rtl="0"/>
            <a:r>
              <a:rPr lang="it" dirty="0">
                <a:solidFill>
                  <a:srgbClr val="002060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61143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Segnaposto contenuto 4" descr="Elemento grafico SmartArt sequenza temporale di base">
            <a:extLst>
              <a:ext uri="{FF2B5EF4-FFF2-40B4-BE49-F238E27FC236}">
                <a16:creationId xmlns:a16="http://schemas.microsoft.com/office/drawing/2014/main" id="{2DA25F38-CDC8-7982-99AE-8D5A8ECABC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718904"/>
              </p:ext>
            </p:extLst>
          </p:nvPr>
        </p:nvGraphicFramePr>
        <p:xfrm>
          <a:off x="1279525" y="3173413"/>
          <a:ext cx="10077450" cy="3108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  <a:noFill/>
        </p:spPr>
        <p:txBody>
          <a:bodyPr rtlCol="0" anchor="b" anchorCtr="0"/>
          <a:lstStyle/>
          <a:p>
            <a:pPr rtl="0"/>
            <a:r>
              <a:rPr lang="it" dirty="0">
                <a:solidFill>
                  <a:srgbClr val="002060"/>
                </a:solidFill>
              </a:rPr>
              <a:t>coding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it" dirty="0"/>
              <a:t>I decided to generate two different code; one based on FEATURE ENGINEERING, the other one based on GCN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CF12F6D3-7047-6A32-35C9-73428F008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52" y="2052320"/>
            <a:ext cx="5017641" cy="4255838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E8E4C5D-55CF-5329-8DAE-E60C07A04D02}"/>
              </a:ext>
            </a:extLst>
          </p:cNvPr>
          <p:cNvCxnSpPr>
            <a:cxnSpLocks/>
          </p:cNvCxnSpPr>
          <p:nvPr/>
        </p:nvCxnSpPr>
        <p:spPr>
          <a:xfrm flipV="1">
            <a:off x="678180" y="1866900"/>
            <a:ext cx="0" cy="13182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9CC0B81-E149-CB34-DF0A-12DBE944BFE5}"/>
              </a:ext>
            </a:extLst>
          </p:cNvPr>
          <p:cNvSpPr txBox="1"/>
          <p:nvPr/>
        </p:nvSpPr>
        <p:spPr>
          <a:xfrm>
            <a:off x="160020" y="1451402"/>
            <a:ext cx="25222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/>
              <a:t>% </a:t>
            </a:r>
            <a:r>
              <a:rPr lang="it-IT" sz="1050" dirty="0" err="1"/>
              <a:t>real</a:t>
            </a:r>
            <a:r>
              <a:rPr lang="it-IT" sz="1050" dirty="0"/>
              <a:t> future link, </a:t>
            </a:r>
            <a:r>
              <a:rPr lang="en-US" sz="1050" dirty="0"/>
              <a:t>the closer it is to one, the better</a:t>
            </a:r>
            <a:endParaRPr lang="it-IT" sz="1050" dirty="0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2F42759-F115-25C9-2A42-E3541CA212B6}"/>
              </a:ext>
            </a:extLst>
          </p:cNvPr>
          <p:cNvCxnSpPr>
            <a:cxnSpLocks/>
          </p:cNvCxnSpPr>
          <p:nvPr/>
        </p:nvCxnSpPr>
        <p:spPr>
          <a:xfrm>
            <a:off x="4183380" y="6240780"/>
            <a:ext cx="19126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A0400BB-97FE-CCA2-CEBA-DB14E87D53E1}"/>
              </a:ext>
            </a:extLst>
          </p:cNvPr>
          <p:cNvSpPr txBox="1"/>
          <p:nvPr/>
        </p:nvSpPr>
        <p:spPr>
          <a:xfrm>
            <a:off x="6187440" y="6113822"/>
            <a:ext cx="28575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 err="1"/>
              <a:t>Couple</a:t>
            </a:r>
            <a:r>
              <a:rPr lang="it-IT" sz="1050" dirty="0"/>
              <a:t> of </a:t>
            </a:r>
            <a:r>
              <a:rPr lang="it-IT" sz="1050" dirty="0" err="1"/>
              <a:t>nodes</a:t>
            </a:r>
            <a:r>
              <a:rPr lang="it-IT" sz="1050" dirty="0"/>
              <a:t> that are </a:t>
            </a:r>
            <a:r>
              <a:rPr lang="it-IT" sz="1050" dirty="0" err="1"/>
              <a:t>not</a:t>
            </a:r>
            <a:r>
              <a:rPr lang="it-IT" sz="1050" dirty="0"/>
              <a:t> </a:t>
            </a:r>
            <a:r>
              <a:rPr lang="it-IT" sz="1050" dirty="0" err="1"/>
              <a:t>going</a:t>
            </a:r>
            <a:r>
              <a:rPr lang="it-IT" sz="1050" dirty="0"/>
              <a:t> to create links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6A58D735-807D-A151-4BFC-FF937FBA5C2E}"/>
              </a:ext>
            </a:extLst>
          </p:cNvPr>
          <p:cNvCxnSpPr/>
          <p:nvPr/>
        </p:nvCxnSpPr>
        <p:spPr>
          <a:xfrm>
            <a:off x="5455920" y="5600700"/>
            <a:ext cx="6400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055FEAC-F9D9-2762-2453-0772C488416C}"/>
              </a:ext>
            </a:extLst>
          </p:cNvPr>
          <p:cNvSpPr txBox="1"/>
          <p:nvPr/>
        </p:nvSpPr>
        <p:spPr>
          <a:xfrm>
            <a:off x="6141720" y="5473742"/>
            <a:ext cx="18516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/>
              <a:t>All the </a:t>
            </a:r>
            <a:r>
              <a:rPr lang="it-IT" sz="1050" dirty="0" err="1"/>
              <a:t>topological</a:t>
            </a:r>
            <a:r>
              <a:rPr lang="it-IT" sz="1050" dirty="0"/>
              <a:t> feature</a:t>
            </a:r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C7FC8332-931D-B1BA-BEEA-0AE6E77E2DDD}"/>
              </a:ext>
            </a:extLst>
          </p:cNvPr>
          <p:cNvCxnSpPr>
            <a:cxnSpLocks/>
          </p:cNvCxnSpPr>
          <p:nvPr/>
        </p:nvCxnSpPr>
        <p:spPr>
          <a:xfrm>
            <a:off x="1363980" y="4061460"/>
            <a:ext cx="0" cy="14122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4E822452-C0B7-9378-2A90-47A9A5B7147E}"/>
              </a:ext>
            </a:extLst>
          </p:cNvPr>
          <p:cNvCxnSpPr/>
          <p:nvPr/>
        </p:nvCxnSpPr>
        <p:spPr>
          <a:xfrm>
            <a:off x="1645920" y="2971800"/>
            <a:ext cx="0" cy="2316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26C2F01B-1E24-C137-EA9D-1FEBC5DFA1CD}"/>
              </a:ext>
            </a:extLst>
          </p:cNvPr>
          <p:cNvCxnSpPr/>
          <p:nvPr/>
        </p:nvCxnSpPr>
        <p:spPr>
          <a:xfrm>
            <a:off x="1943100" y="2526030"/>
            <a:ext cx="0" cy="25488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2465BBE2-8EF6-8974-B940-5731ADC75D38}"/>
              </a:ext>
            </a:extLst>
          </p:cNvPr>
          <p:cNvCxnSpPr>
            <a:cxnSpLocks/>
          </p:cNvCxnSpPr>
          <p:nvPr/>
        </p:nvCxnSpPr>
        <p:spPr>
          <a:xfrm flipV="1">
            <a:off x="2240280" y="2526030"/>
            <a:ext cx="0" cy="22821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6F4ACDD3-8A71-3221-9326-0644AFF3D984}"/>
              </a:ext>
            </a:extLst>
          </p:cNvPr>
          <p:cNvCxnSpPr/>
          <p:nvPr/>
        </p:nvCxnSpPr>
        <p:spPr>
          <a:xfrm>
            <a:off x="2545080" y="2526030"/>
            <a:ext cx="0" cy="20459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ABB216C2-2AF3-4478-23ED-5A59ED5C68C8}"/>
              </a:ext>
            </a:extLst>
          </p:cNvPr>
          <p:cNvCxnSpPr/>
          <p:nvPr/>
        </p:nvCxnSpPr>
        <p:spPr>
          <a:xfrm>
            <a:off x="2804160" y="2526030"/>
            <a:ext cx="0" cy="19011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5686DF5E-9574-6C8E-146E-E27A1DBDA04B}"/>
              </a:ext>
            </a:extLst>
          </p:cNvPr>
          <p:cNvCxnSpPr/>
          <p:nvPr/>
        </p:nvCxnSpPr>
        <p:spPr>
          <a:xfrm>
            <a:off x="3076372" y="2526030"/>
            <a:ext cx="0" cy="16542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71A01DA0-9D94-A5B4-2141-2C29A40B1B54}"/>
              </a:ext>
            </a:extLst>
          </p:cNvPr>
          <p:cNvCxnSpPr/>
          <p:nvPr/>
        </p:nvCxnSpPr>
        <p:spPr>
          <a:xfrm>
            <a:off x="3421380" y="2526030"/>
            <a:ext cx="0" cy="14135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A891E9D1-D345-0393-A34B-51E7A35C7734}"/>
              </a:ext>
            </a:extLst>
          </p:cNvPr>
          <p:cNvCxnSpPr/>
          <p:nvPr/>
        </p:nvCxnSpPr>
        <p:spPr>
          <a:xfrm>
            <a:off x="3764280" y="2526030"/>
            <a:ext cx="0" cy="11410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2724E960-2B27-29E4-F668-1466A27A1B6D}"/>
              </a:ext>
            </a:extLst>
          </p:cNvPr>
          <p:cNvCxnSpPr/>
          <p:nvPr/>
        </p:nvCxnSpPr>
        <p:spPr>
          <a:xfrm>
            <a:off x="4114800" y="2526030"/>
            <a:ext cx="0" cy="8271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99F1EB1B-FD05-F84B-6973-147BF83BF9E8}"/>
              </a:ext>
            </a:extLst>
          </p:cNvPr>
          <p:cNvCxnSpPr/>
          <p:nvPr/>
        </p:nvCxnSpPr>
        <p:spPr>
          <a:xfrm>
            <a:off x="4419600" y="2526030"/>
            <a:ext cx="0" cy="6591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FECB4924-5F44-2A88-5A0E-A3F571361375}"/>
              </a:ext>
            </a:extLst>
          </p:cNvPr>
          <p:cNvCxnSpPr/>
          <p:nvPr/>
        </p:nvCxnSpPr>
        <p:spPr>
          <a:xfrm>
            <a:off x="4747260" y="2526030"/>
            <a:ext cx="0" cy="4000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6A5A5009-4085-A19E-3799-6E58FD7BADB7}"/>
              </a:ext>
            </a:extLst>
          </p:cNvPr>
          <p:cNvCxnSpPr>
            <a:cxnSpLocks/>
          </p:cNvCxnSpPr>
          <p:nvPr/>
        </p:nvCxnSpPr>
        <p:spPr>
          <a:xfrm>
            <a:off x="4922520" y="2651760"/>
            <a:ext cx="10591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4D194ECA-A8A4-C6F1-F669-FD9D4DA2E815}"/>
              </a:ext>
            </a:extLst>
          </p:cNvPr>
          <p:cNvSpPr txBox="1"/>
          <p:nvPr/>
        </p:nvSpPr>
        <p:spPr>
          <a:xfrm>
            <a:off x="5981700" y="2524802"/>
            <a:ext cx="3566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The AUC expresses the probability that the model will give a higher link probability score to a pair of nodes that will actually connect in the future compared to a randomly chosen pair of nodes that will never connect.</a:t>
            </a:r>
            <a:endParaRPr lang="it-IT" sz="1050" dirty="0"/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CE044967-C958-10B1-963E-3DB97D72DDE4}"/>
              </a:ext>
            </a:extLst>
          </p:cNvPr>
          <p:cNvCxnSpPr/>
          <p:nvPr/>
        </p:nvCxnSpPr>
        <p:spPr>
          <a:xfrm>
            <a:off x="4823460" y="2156460"/>
            <a:ext cx="7617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08FEE4E3-C767-A881-210B-6402782F2D04}"/>
              </a:ext>
            </a:extLst>
          </p:cNvPr>
          <p:cNvSpPr txBox="1"/>
          <p:nvPr/>
        </p:nvSpPr>
        <p:spPr>
          <a:xfrm>
            <a:off x="5581250" y="1948711"/>
            <a:ext cx="27510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/>
              <a:t>It is </a:t>
            </a:r>
            <a:r>
              <a:rPr lang="it-IT" sz="1050" dirty="0" err="1"/>
              <a:t>fondamental</a:t>
            </a:r>
            <a:r>
              <a:rPr lang="it-IT" sz="1050" dirty="0"/>
              <a:t> to </a:t>
            </a:r>
            <a:r>
              <a:rPr lang="it-IT" sz="1050" dirty="0" err="1"/>
              <a:t>evaluate</a:t>
            </a:r>
            <a:r>
              <a:rPr lang="it-IT" sz="1050" dirty="0"/>
              <a:t> the </a:t>
            </a:r>
            <a:r>
              <a:rPr lang="it-IT" sz="1050" dirty="0" err="1"/>
              <a:t>quality</a:t>
            </a:r>
            <a:r>
              <a:rPr lang="it-IT" sz="1050" dirty="0"/>
              <a:t> of </a:t>
            </a:r>
            <a:r>
              <a:rPr lang="it-IT" sz="1050" dirty="0" err="1"/>
              <a:t>my</a:t>
            </a:r>
            <a:r>
              <a:rPr lang="it-IT" sz="1050" dirty="0"/>
              <a:t> link </a:t>
            </a:r>
            <a:r>
              <a:rPr lang="it-IT" sz="1050" dirty="0" err="1"/>
              <a:t>prediction</a:t>
            </a:r>
            <a:endParaRPr lang="it-IT" sz="1050" dirty="0"/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9BA5A283-22CD-B1D5-E6EA-4E24DC7757AB}"/>
              </a:ext>
            </a:extLst>
          </p:cNvPr>
          <p:cNvSpPr txBox="1"/>
          <p:nvPr/>
        </p:nvSpPr>
        <p:spPr>
          <a:xfrm>
            <a:off x="10507980" y="6049204"/>
            <a:ext cx="1272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/>
              <a:t>Code in on </a:t>
            </a:r>
            <a:r>
              <a:rPr lang="it-IT" sz="1050" dirty="0" err="1"/>
              <a:t>my</a:t>
            </a:r>
            <a:r>
              <a:rPr lang="it-IT" sz="1050" dirty="0"/>
              <a:t> VSC</a:t>
            </a:r>
          </a:p>
        </p:txBody>
      </p:sp>
    </p:spTree>
    <p:extLst>
      <p:ext uri="{BB962C8B-B14F-4D97-AF65-F5344CB8AC3E}">
        <p14:creationId xmlns:p14="http://schemas.microsoft.com/office/powerpoint/2010/main" val="840149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03033F29-2B29-B461-41DC-44619AD42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91" y="1893211"/>
            <a:ext cx="5656409" cy="4376018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E8AAB7A4-4FC7-40BC-7260-BBE2736E4F4C}"/>
              </a:ext>
            </a:extLst>
          </p:cNvPr>
          <p:cNvCxnSpPr/>
          <p:nvPr/>
        </p:nvCxnSpPr>
        <p:spPr>
          <a:xfrm flipV="1">
            <a:off x="1348740" y="3284220"/>
            <a:ext cx="0" cy="4191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85BCA9E-D057-9103-C48A-CC89C31FA7BC}"/>
              </a:ext>
            </a:extLst>
          </p:cNvPr>
          <p:cNvSpPr txBox="1"/>
          <p:nvPr/>
        </p:nvSpPr>
        <p:spPr>
          <a:xfrm>
            <a:off x="1173480" y="2895600"/>
            <a:ext cx="11506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/>
              <a:t>Yellow </a:t>
            </a:r>
            <a:r>
              <a:rPr lang="it-IT" sz="1050" dirty="0" err="1"/>
              <a:t>represnet</a:t>
            </a:r>
            <a:r>
              <a:rPr lang="it-IT" sz="1050" dirty="0"/>
              <a:t> HUBS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9C8AD5A2-83AA-27BF-1395-EE3F1231972C}"/>
              </a:ext>
            </a:extLst>
          </p:cNvPr>
          <p:cNvSpPr/>
          <p:nvPr/>
        </p:nvSpPr>
        <p:spPr>
          <a:xfrm rot="19698359">
            <a:off x="4427953" y="4048009"/>
            <a:ext cx="507595" cy="7219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34A1FD88-13E6-7879-0EAB-F39FEDDAC061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4492111" y="3682739"/>
            <a:ext cx="1" cy="4191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0DDB51D-1BD3-EBF5-1570-1C50BE01F106}"/>
              </a:ext>
            </a:extLst>
          </p:cNvPr>
          <p:cNvSpPr txBox="1"/>
          <p:nvPr/>
        </p:nvSpPr>
        <p:spPr>
          <a:xfrm>
            <a:off x="3870964" y="3428823"/>
            <a:ext cx="12163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/>
              <a:t>This is like a cluster</a:t>
            </a:r>
          </a:p>
        </p:txBody>
      </p:sp>
    </p:spTree>
    <p:extLst>
      <p:ext uri="{BB962C8B-B14F-4D97-AF65-F5344CB8AC3E}">
        <p14:creationId xmlns:p14="http://schemas.microsoft.com/office/powerpoint/2010/main" val="287542734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o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{0EDFAE8A-3F41-4505-88BE-A0BD337B1A8B}TF51de1e5f-e0e8-4dd0-99f3-5b7584f7abdca8d2080d_win32-6b69a1db9918</Template>
  <TotalTime>1433</TotalTime>
  <Words>1376</Words>
  <Application>Microsoft Office PowerPoint</Application>
  <PresentationFormat>Widescreen</PresentationFormat>
  <Paragraphs>166</Paragraphs>
  <Slides>28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8" baseType="lpstr">
      <vt:lpstr>Abadi</vt:lpstr>
      <vt:lpstr>Arial</vt:lpstr>
      <vt:lpstr>Calibri</vt:lpstr>
      <vt:lpstr>Cambria Math</vt:lpstr>
      <vt:lpstr>Courier</vt:lpstr>
      <vt:lpstr>Courier New</vt:lpstr>
      <vt:lpstr>Daytona Condensed Light</vt:lpstr>
      <vt:lpstr>Posterama</vt:lpstr>
      <vt:lpstr>Times New Roman</vt:lpstr>
      <vt:lpstr>Personalizzato</vt:lpstr>
      <vt:lpstr>The Link-Prediction Problem for Social Networks</vt:lpstr>
      <vt:lpstr>Presentazione standard di PowerPoint</vt:lpstr>
      <vt:lpstr>Paper analysis</vt:lpstr>
      <vt:lpstr>introduction</vt:lpstr>
      <vt:lpstr>Presentazione standard di PowerPoint</vt:lpstr>
      <vt:lpstr>Data and experimental setup</vt:lpstr>
      <vt:lpstr>Presentazione standard di PowerPoint</vt:lpstr>
      <vt:lpstr>Methods for link prediction</vt:lpstr>
      <vt:lpstr>Presentazione standard di PowerPoint</vt:lpstr>
      <vt:lpstr>Common neighbours</vt:lpstr>
      <vt:lpstr>JACCARD’S COEFFICIENT</vt:lpstr>
      <vt:lpstr>ADAMIC/ADAR</vt:lpstr>
      <vt:lpstr>Preferential attachment</vt:lpstr>
      <vt:lpstr>kats</vt:lpstr>
      <vt:lpstr>Hitting time</vt:lpstr>
      <vt:lpstr>Page rank / SimRank</vt:lpstr>
      <vt:lpstr>Low-rank approach / unseen bigrams / clustering </vt:lpstr>
      <vt:lpstr>Results’s analysis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conclusion</vt:lpstr>
      <vt:lpstr>Presentazione standard di PowerPoint</vt:lpstr>
      <vt:lpstr>coding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Maggioni</dc:creator>
  <cp:lastModifiedBy>Sofia Maggioni</cp:lastModifiedBy>
  <cp:revision>1</cp:revision>
  <dcterms:created xsi:type="dcterms:W3CDTF">2026-06-29T19:39:17Z</dcterms:created>
  <dcterms:modified xsi:type="dcterms:W3CDTF">2026-07-02T07:52:03Z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